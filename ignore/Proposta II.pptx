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88163" cy="100187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DDB8"/>
    <a:srgbClr val="FFFFFF"/>
    <a:srgbClr val="3C61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75F5A-C8F1-42FC-03AB-5934F5006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DC02F5-B46C-1334-4DB0-1404BF4FE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E2A1DA-2CD8-BA32-FDDE-FBCBD64C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41BE9C-20AA-6D90-1E09-97A4CF46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7A678D-A87B-11BD-01BB-1CAA009F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422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7C71B-58FD-FCA2-F00B-B7B2C5F4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1C8998-E792-2DFC-E6B2-9FB61682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92D9CC-B4C9-4099-CC5E-6D0698485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5BE7C4-3D8A-11EE-E9A6-D969D920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7FEF3C-E11E-141B-E942-214A1B16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653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E8717-5C4A-0AA7-6FAF-755CC509E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35F329-8AA3-DA98-AF83-1EDA15561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5C0121-A958-6178-AA26-F6966EED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990B89-8CCC-C245-474D-E55E19C1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AFC9AB-F801-98C0-478B-C7683AE4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94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210F7-EFD6-176F-4896-6F64A14F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9E9A03-6EF2-E09E-7802-F8704F8C4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8F63AD-B1B5-9E59-A3BA-A79C5735B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32BCF4-8B7D-C44A-7708-47658ABF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6F4586-7802-9ABE-1F89-D6F934E6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69E8FC-CF47-F4A7-1832-954F3805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205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EF1FE-4E54-A085-7703-0B5CBE64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34AAC5-39F3-2E04-9662-1D8B85891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A196B1-F344-68E8-5068-E44C2C290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F17B803-CBA4-4C8F-F649-3C0E1E7D2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BD12EE-76D7-2460-18C8-B15195FFDA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9BA6D05-1E20-8E85-DB34-211F7C54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97DE61-80FA-DAB9-D1FB-E73E0D8B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8733AA-5D4D-73D5-375C-0A2693C2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3A59D-E162-15E6-7215-AF9192D2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7DE6E3-B6FB-1835-F51A-40AD52D4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DA769A-D8EF-CD4E-0EA2-C18320A0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29BA0D-A03F-619F-719B-37A93926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8493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4839DD-30B9-83BE-A77D-7D4780E1B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E5E099B-C40A-3FC1-0409-B81443451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81171A-8EA3-F83F-FB3E-6E844D47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17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6960D-CAE7-11B3-CC73-C359987F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4F2AB6-6736-80FF-D708-079024195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FD7F1D-F1D3-CE7A-C378-23D65D604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8BD979-F75E-3874-F4CE-37CE9BBF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C95323-7F3C-E081-7226-90315D98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D39833-8C62-8EC1-A9B6-15F7EADB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897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6FE51-43B9-595E-E037-FC07F896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C797BC-541B-CB0D-5C16-E9B87532AD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C2CE0D-2AED-DF9C-9822-CBA9A2569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9677B1-58D4-E9B3-81F6-6693B4A3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BBE18A-7B4E-E27E-794F-46054290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935315-91A0-CFF5-8FF7-A9C72FB2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44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DA243-4DD8-0907-34EB-2E40B396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1B2208-925F-B4D0-1E3D-16021F5E3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53882B-F2DD-F492-BCC6-F8502E3D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55EF00-FD6D-8171-EF93-4046E483A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5F6C49-E491-D11A-F41D-77F39005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426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E9FBAC-F1D1-D4F8-74CD-4F4E3F3EDE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201D33-D0F7-7022-E6EA-BAA7125BA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2DE344-BB09-A614-997C-AD6B4A053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F146DB-0200-AF1B-3EEC-EFAB4444D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66B9A6-1876-555A-E9B0-EAA3D59B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84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99559A3-CF1F-307E-0D1B-3CF6A369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4D67C4-2377-74DC-1E9B-FAEDF250F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C51B2F-0525-7250-0ED6-6EB34C99B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93CF4-60B3-4EBC-85DD-92F602BABC94}" type="datetimeFigureOut">
              <a:rPr lang="pt-BR" smtClean="0"/>
              <a:t>02/10/2024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90954B-E139-3C00-3F21-A0041DEA2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E0AB9A-C5D4-0DFA-992F-71671E711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BB16-B8A2-4696-A9E4-618A4E5B25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890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F0B2876-C684-780E-C8C2-452AEFD8EC36}"/>
              </a:ext>
            </a:extLst>
          </p:cNvPr>
          <p:cNvSpPr/>
          <p:nvPr/>
        </p:nvSpPr>
        <p:spPr>
          <a:xfrm>
            <a:off x="0" y="1"/>
            <a:ext cx="2675467" cy="770466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FEE3A53-D471-D0D1-C4B3-BAADCA961034}"/>
              </a:ext>
            </a:extLst>
          </p:cNvPr>
          <p:cNvSpPr/>
          <p:nvPr/>
        </p:nvSpPr>
        <p:spPr>
          <a:xfrm>
            <a:off x="2675467" y="0"/>
            <a:ext cx="6951133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SISTEMA APONTAMENTO DE PRODUÇÃO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B9E0CDF-C8E5-4440-DEA1-C967A5BA90C8}"/>
              </a:ext>
            </a:extLst>
          </p:cNvPr>
          <p:cNvSpPr/>
          <p:nvPr/>
        </p:nvSpPr>
        <p:spPr>
          <a:xfrm>
            <a:off x="9626600" y="-1"/>
            <a:ext cx="2565400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3C6144"/>
                </a:solidFill>
              </a:rPr>
              <a:t>Manutenção | Sair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80CAF55-4D15-FB73-1559-DA72EA61A7C6}"/>
              </a:ext>
            </a:extLst>
          </p:cNvPr>
          <p:cNvSpPr/>
          <p:nvPr/>
        </p:nvSpPr>
        <p:spPr>
          <a:xfrm>
            <a:off x="0" y="770466"/>
            <a:ext cx="12192000" cy="414865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PRODUÇÃO			GESTAO			PCP			PRODUTOS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24B368-5955-ADCE-C750-6F3BD521E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20" y="26918"/>
            <a:ext cx="743547" cy="74354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13C69FE-AE7D-583C-1754-A212F18EA255}"/>
              </a:ext>
            </a:extLst>
          </p:cNvPr>
          <p:cNvSpPr txBox="1"/>
          <p:nvPr/>
        </p:nvSpPr>
        <p:spPr>
          <a:xfrm>
            <a:off x="0" y="1185331"/>
            <a:ext cx="3081867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050" dirty="0"/>
              <a:t>USUARIO: ODECLEI</a:t>
            </a:r>
          </a:p>
          <a:p>
            <a:r>
              <a:rPr lang="pt-BR" sz="1050" dirty="0"/>
              <a:t>MAQUINA: TUPIA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C320C35-0C4F-BD7F-0CD6-CDCC7766378E}"/>
              </a:ext>
            </a:extLst>
          </p:cNvPr>
          <p:cNvSpPr txBox="1"/>
          <p:nvPr/>
        </p:nvSpPr>
        <p:spPr>
          <a:xfrm>
            <a:off x="3081867" y="1185331"/>
            <a:ext cx="4453467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QUARTA-FEIRA	02/10/2024</a:t>
            </a:r>
          </a:p>
          <a:p>
            <a:pPr algn="ctr"/>
            <a:endParaRPr lang="pt-BR" sz="105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6C50A9-7B10-84AE-26F5-4833470B9AC4}"/>
              </a:ext>
            </a:extLst>
          </p:cNvPr>
          <p:cNvSpPr txBox="1"/>
          <p:nvPr/>
        </p:nvSpPr>
        <p:spPr>
          <a:xfrm>
            <a:off x="7535334" y="1185331"/>
            <a:ext cx="4656666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11:58:30</a:t>
            </a:r>
          </a:p>
          <a:p>
            <a:pPr algn="ctr"/>
            <a:endParaRPr lang="pt-BR" sz="105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653CF57-0BDD-129F-F732-A8AF90EB9C6D}"/>
              </a:ext>
            </a:extLst>
          </p:cNvPr>
          <p:cNvSpPr/>
          <p:nvPr/>
        </p:nvSpPr>
        <p:spPr>
          <a:xfrm>
            <a:off x="0" y="1600829"/>
            <a:ext cx="7535334" cy="3462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41EDD5F-579D-82CD-816D-071DA04C460B}"/>
              </a:ext>
            </a:extLst>
          </p:cNvPr>
          <p:cNvSpPr/>
          <p:nvPr/>
        </p:nvSpPr>
        <p:spPr>
          <a:xfrm>
            <a:off x="-1" y="770465"/>
            <a:ext cx="3081867" cy="4148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977BDE9-9FEC-2D31-9808-F21D3BA4BE71}"/>
              </a:ext>
            </a:extLst>
          </p:cNvPr>
          <p:cNvSpPr/>
          <p:nvPr/>
        </p:nvSpPr>
        <p:spPr>
          <a:xfrm>
            <a:off x="1405467" y="1821193"/>
            <a:ext cx="3039533" cy="287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3C6144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369B61F-1BDA-C7EF-2FE5-0BBAE263B7F0}"/>
              </a:ext>
            </a:extLst>
          </p:cNvPr>
          <p:cNvSpPr txBox="1"/>
          <p:nvPr/>
        </p:nvSpPr>
        <p:spPr>
          <a:xfrm>
            <a:off x="93133" y="1811867"/>
            <a:ext cx="1312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CÓDIGO BARRAS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E323582-9D52-7A4B-1905-FF4DD85B682C}"/>
              </a:ext>
            </a:extLst>
          </p:cNvPr>
          <p:cNvSpPr txBox="1"/>
          <p:nvPr/>
        </p:nvSpPr>
        <p:spPr>
          <a:xfrm>
            <a:off x="93133" y="2091897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PRODUTO: 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C75CD02-DD6F-90E2-7A1A-E8EFBCE4D8EB}"/>
              </a:ext>
            </a:extLst>
          </p:cNvPr>
          <p:cNvSpPr txBox="1"/>
          <p:nvPr/>
        </p:nvSpPr>
        <p:spPr>
          <a:xfrm>
            <a:off x="110064" y="2409231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SUB-ITEM: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CE6D65F-9B89-AEC1-8C69-90F637FD1BA2}"/>
              </a:ext>
            </a:extLst>
          </p:cNvPr>
          <p:cNvSpPr/>
          <p:nvPr/>
        </p:nvSpPr>
        <p:spPr>
          <a:xfrm>
            <a:off x="7535334" y="1600829"/>
            <a:ext cx="4546602" cy="3462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13ECB18-A555-F48C-C50D-A85D30046778}"/>
              </a:ext>
            </a:extLst>
          </p:cNvPr>
          <p:cNvSpPr/>
          <p:nvPr/>
        </p:nvSpPr>
        <p:spPr>
          <a:xfrm>
            <a:off x="59260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3F21174-CE74-28EC-317F-B00D9CBC2850}"/>
              </a:ext>
            </a:extLst>
          </p:cNvPr>
          <p:cNvSpPr/>
          <p:nvPr/>
        </p:nvSpPr>
        <p:spPr>
          <a:xfrm>
            <a:off x="3064929" y="5918731"/>
            <a:ext cx="3005669" cy="804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A1CBA90-BA53-9182-BDB2-CB8A16CC1BE2}"/>
              </a:ext>
            </a:extLst>
          </p:cNvPr>
          <p:cNvSpPr/>
          <p:nvPr/>
        </p:nvSpPr>
        <p:spPr>
          <a:xfrm>
            <a:off x="6070598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F2DAB37-381C-83E1-8AE7-C431632EA0DF}"/>
              </a:ext>
            </a:extLst>
          </p:cNvPr>
          <p:cNvSpPr/>
          <p:nvPr/>
        </p:nvSpPr>
        <p:spPr>
          <a:xfrm>
            <a:off x="9076267" y="5918731"/>
            <a:ext cx="3005669" cy="804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A7CFCAB-83DF-4AE1-B71D-626B13912F9B}"/>
              </a:ext>
            </a:extLst>
          </p:cNvPr>
          <p:cNvSpPr/>
          <p:nvPr/>
        </p:nvSpPr>
        <p:spPr>
          <a:xfrm>
            <a:off x="59260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Quantidade Produzida:  312 </a:t>
            </a:r>
            <a:r>
              <a:rPr lang="pt-BR" dirty="0" err="1">
                <a:solidFill>
                  <a:srgbClr val="3C6144"/>
                </a:solidFill>
              </a:rPr>
              <a:t>pç</a:t>
            </a:r>
            <a:endParaRPr lang="pt-BR" dirty="0">
              <a:solidFill>
                <a:srgbClr val="3C6144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B0C4BA4-6619-D973-0828-ED161A02BE9D}"/>
              </a:ext>
            </a:extLst>
          </p:cNvPr>
          <p:cNvSpPr/>
          <p:nvPr/>
        </p:nvSpPr>
        <p:spPr>
          <a:xfrm>
            <a:off x="6070598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Tempo:	0 h : 30 m : 59s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5699A3D-57BB-E0B6-1362-9636B5C5F8A6}"/>
              </a:ext>
            </a:extLst>
          </p:cNvPr>
          <p:cNvSpPr txBox="1"/>
          <p:nvPr/>
        </p:nvSpPr>
        <p:spPr>
          <a:xfrm>
            <a:off x="59260" y="5918731"/>
            <a:ext cx="30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OEE: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701AD28-773F-AD4F-C92D-40C3D27392D6}"/>
              </a:ext>
            </a:extLst>
          </p:cNvPr>
          <p:cNvSpPr txBox="1"/>
          <p:nvPr/>
        </p:nvSpPr>
        <p:spPr>
          <a:xfrm>
            <a:off x="3081867" y="5932529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DISPONIBILIDADE: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A9040B8-5943-18E9-4290-53CC209C039B}"/>
              </a:ext>
            </a:extLst>
          </p:cNvPr>
          <p:cNvSpPr txBox="1"/>
          <p:nvPr/>
        </p:nvSpPr>
        <p:spPr>
          <a:xfrm>
            <a:off x="6079066" y="5918731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PERFORMANCE: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5B22E81-F51B-3EE5-AA3D-38CD97D3E519}"/>
              </a:ext>
            </a:extLst>
          </p:cNvPr>
          <p:cNvSpPr txBox="1"/>
          <p:nvPr/>
        </p:nvSpPr>
        <p:spPr>
          <a:xfrm>
            <a:off x="9067798" y="5898595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QUALIDADE: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EBF286A-2CC8-6E03-61F2-87FD202B6073}"/>
              </a:ext>
            </a:extLst>
          </p:cNvPr>
          <p:cNvSpPr txBox="1"/>
          <p:nvPr/>
        </p:nvSpPr>
        <p:spPr>
          <a:xfrm>
            <a:off x="59260" y="6190638"/>
            <a:ext cx="3005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63,2%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6F56B-9768-EDE7-A334-B10947A3F1DD}"/>
              </a:ext>
            </a:extLst>
          </p:cNvPr>
          <p:cNvSpPr txBox="1"/>
          <p:nvPr/>
        </p:nvSpPr>
        <p:spPr>
          <a:xfrm>
            <a:off x="3081866" y="6211796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86%: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743847E-BAD0-0E53-7238-3A97AC3C77CF}"/>
              </a:ext>
            </a:extLst>
          </p:cNvPr>
          <p:cNvSpPr txBox="1"/>
          <p:nvPr/>
        </p:nvSpPr>
        <p:spPr>
          <a:xfrm>
            <a:off x="6096002" y="619063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75%: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081785C-80E3-B32F-F495-8A5775E1BC59}"/>
              </a:ext>
            </a:extLst>
          </p:cNvPr>
          <p:cNvSpPr txBox="1"/>
          <p:nvPr/>
        </p:nvSpPr>
        <p:spPr>
          <a:xfrm>
            <a:off x="9093203" y="619172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98%: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84140D7-ED9E-7D9E-6973-65123D126A7E}"/>
              </a:ext>
            </a:extLst>
          </p:cNvPr>
          <p:cNvSpPr txBox="1"/>
          <p:nvPr/>
        </p:nvSpPr>
        <p:spPr>
          <a:xfrm>
            <a:off x="67729" y="6721540"/>
            <a:ext cx="300566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dirty="0"/>
              <a:t>STATUS: SETUP</a:t>
            </a:r>
          </a:p>
        </p:txBody>
      </p:sp>
    </p:spTree>
    <p:extLst>
      <p:ext uri="{BB962C8B-B14F-4D97-AF65-F5344CB8AC3E}">
        <p14:creationId xmlns:p14="http://schemas.microsoft.com/office/powerpoint/2010/main" val="210486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F0B2876-C684-780E-C8C2-452AEFD8EC36}"/>
              </a:ext>
            </a:extLst>
          </p:cNvPr>
          <p:cNvSpPr/>
          <p:nvPr/>
        </p:nvSpPr>
        <p:spPr>
          <a:xfrm>
            <a:off x="0" y="1"/>
            <a:ext cx="2675467" cy="770466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FEE3A53-D471-D0D1-C4B3-BAADCA961034}"/>
              </a:ext>
            </a:extLst>
          </p:cNvPr>
          <p:cNvSpPr/>
          <p:nvPr/>
        </p:nvSpPr>
        <p:spPr>
          <a:xfrm>
            <a:off x="2675467" y="0"/>
            <a:ext cx="6951133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SISTEMA APONTAMENTO DE PRODUÇÃO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B9E0CDF-C8E5-4440-DEA1-C967A5BA90C8}"/>
              </a:ext>
            </a:extLst>
          </p:cNvPr>
          <p:cNvSpPr/>
          <p:nvPr/>
        </p:nvSpPr>
        <p:spPr>
          <a:xfrm>
            <a:off x="9626600" y="-1"/>
            <a:ext cx="2565400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3C6144"/>
                </a:solidFill>
              </a:rPr>
              <a:t>Manutenção | Sair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80CAF55-4D15-FB73-1559-DA72EA61A7C6}"/>
              </a:ext>
            </a:extLst>
          </p:cNvPr>
          <p:cNvSpPr/>
          <p:nvPr/>
        </p:nvSpPr>
        <p:spPr>
          <a:xfrm>
            <a:off x="0" y="770466"/>
            <a:ext cx="12192000" cy="414865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PRODUÇÃO			GESTAO			PCP			PRODUTOS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24B368-5955-ADCE-C750-6F3BD521E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20" y="26918"/>
            <a:ext cx="743547" cy="74354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13C69FE-AE7D-583C-1754-A212F18EA255}"/>
              </a:ext>
            </a:extLst>
          </p:cNvPr>
          <p:cNvSpPr txBox="1"/>
          <p:nvPr/>
        </p:nvSpPr>
        <p:spPr>
          <a:xfrm>
            <a:off x="0" y="1185331"/>
            <a:ext cx="3081867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50" dirty="0"/>
              <a:t>USUARIO: ODECLEI</a:t>
            </a:r>
          </a:p>
          <a:p>
            <a:r>
              <a:rPr lang="pt-BR" sz="1050" dirty="0"/>
              <a:t>MAQUINA: TUPIA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C320C35-0C4F-BD7F-0CD6-CDCC7766378E}"/>
              </a:ext>
            </a:extLst>
          </p:cNvPr>
          <p:cNvSpPr txBox="1"/>
          <p:nvPr/>
        </p:nvSpPr>
        <p:spPr>
          <a:xfrm>
            <a:off x="3081867" y="1185331"/>
            <a:ext cx="4453467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QUARTA-FEIRA	02/10/2024</a:t>
            </a:r>
          </a:p>
          <a:p>
            <a:pPr algn="ctr"/>
            <a:endParaRPr lang="pt-BR" sz="105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6C50A9-7B10-84AE-26F5-4833470B9AC4}"/>
              </a:ext>
            </a:extLst>
          </p:cNvPr>
          <p:cNvSpPr txBox="1"/>
          <p:nvPr/>
        </p:nvSpPr>
        <p:spPr>
          <a:xfrm>
            <a:off x="7535334" y="1185331"/>
            <a:ext cx="465666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11:58:30</a:t>
            </a:r>
          </a:p>
          <a:p>
            <a:pPr algn="ctr"/>
            <a:endParaRPr lang="pt-BR" sz="105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653CF57-0BDD-129F-F732-A8AF90EB9C6D}"/>
              </a:ext>
            </a:extLst>
          </p:cNvPr>
          <p:cNvSpPr/>
          <p:nvPr/>
        </p:nvSpPr>
        <p:spPr>
          <a:xfrm>
            <a:off x="0" y="1600829"/>
            <a:ext cx="7535334" cy="34622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41EDD5F-579D-82CD-816D-071DA04C460B}"/>
              </a:ext>
            </a:extLst>
          </p:cNvPr>
          <p:cNvSpPr/>
          <p:nvPr/>
        </p:nvSpPr>
        <p:spPr>
          <a:xfrm>
            <a:off x="-1" y="770465"/>
            <a:ext cx="3081867" cy="4148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977BDE9-9FEC-2D31-9808-F21D3BA4BE71}"/>
              </a:ext>
            </a:extLst>
          </p:cNvPr>
          <p:cNvSpPr/>
          <p:nvPr/>
        </p:nvSpPr>
        <p:spPr>
          <a:xfrm>
            <a:off x="1253065" y="1811867"/>
            <a:ext cx="3039533" cy="287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64654654665465464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369B61F-1BDA-C7EF-2FE5-0BBAE263B7F0}"/>
              </a:ext>
            </a:extLst>
          </p:cNvPr>
          <p:cNvSpPr txBox="1"/>
          <p:nvPr/>
        </p:nvSpPr>
        <p:spPr>
          <a:xfrm>
            <a:off x="93133" y="1811867"/>
            <a:ext cx="1312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CÓDIGO BARRAS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E323582-9D52-7A4B-1905-FF4DD85B682C}"/>
              </a:ext>
            </a:extLst>
          </p:cNvPr>
          <p:cNvSpPr txBox="1"/>
          <p:nvPr/>
        </p:nvSpPr>
        <p:spPr>
          <a:xfrm>
            <a:off x="93133" y="2091897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PRODUTO: POLTRONA AURORA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C75CD02-DD6F-90E2-7A1A-E8EFBCE4D8EB}"/>
              </a:ext>
            </a:extLst>
          </p:cNvPr>
          <p:cNvSpPr txBox="1"/>
          <p:nvPr/>
        </p:nvSpPr>
        <p:spPr>
          <a:xfrm>
            <a:off x="110064" y="2409231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SUB-ITEM: PÉ POLTRONA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CE6D65F-9B89-AEC1-8C69-90F637FD1BA2}"/>
              </a:ext>
            </a:extLst>
          </p:cNvPr>
          <p:cNvSpPr/>
          <p:nvPr/>
        </p:nvSpPr>
        <p:spPr>
          <a:xfrm>
            <a:off x="7535334" y="1600829"/>
            <a:ext cx="4546602" cy="34622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DBDFE4DE-4BFF-B68E-5AF7-A43B38107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368" y="1760534"/>
            <a:ext cx="3928534" cy="3142827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F13ECB18-A555-F48C-C50D-A85D30046778}"/>
              </a:ext>
            </a:extLst>
          </p:cNvPr>
          <p:cNvSpPr/>
          <p:nvPr/>
        </p:nvSpPr>
        <p:spPr>
          <a:xfrm>
            <a:off x="59260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3F21174-CE74-28EC-317F-B00D9CBC2850}"/>
              </a:ext>
            </a:extLst>
          </p:cNvPr>
          <p:cNvSpPr/>
          <p:nvPr/>
        </p:nvSpPr>
        <p:spPr>
          <a:xfrm>
            <a:off x="3064929" y="5918731"/>
            <a:ext cx="3005669" cy="804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A1CBA90-BA53-9182-BDB2-CB8A16CC1BE2}"/>
              </a:ext>
            </a:extLst>
          </p:cNvPr>
          <p:cNvSpPr/>
          <p:nvPr/>
        </p:nvSpPr>
        <p:spPr>
          <a:xfrm>
            <a:off x="6070598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F2DAB37-381C-83E1-8AE7-C431632EA0DF}"/>
              </a:ext>
            </a:extLst>
          </p:cNvPr>
          <p:cNvSpPr/>
          <p:nvPr/>
        </p:nvSpPr>
        <p:spPr>
          <a:xfrm>
            <a:off x="9076267" y="5918731"/>
            <a:ext cx="3005669" cy="804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A7CFCAB-83DF-4AE1-B71D-626B13912F9B}"/>
              </a:ext>
            </a:extLst>
          </p:cNvPr>
          <p:cNvSpPr/>
          <p:nvPr/>
        </p:nvSpPr>
        <p:spPr>
          <a:xfrm>
            <a:off x="59260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Quantidade Produzida:  312 </a:t>
            </a:r>
            <a:r>
              <a:rPr lang="pt-BR" dirty="0" err="1">
                <a:solidFill>
                  <a:srgbClr val="3C6144"/>
                </a:solidFill>
              </a:rPr>
              <a:t>pç</a:t>
            </a:r>
            <a:endParaRPr lang="pt-BR" dirty="0">
              <a:solidFill>
                <a:srgbClr val="3C6144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B0C4BA4-6619-D973-0828-ED161A02BE9D}"/>
              </a:ext>
            </a:extLst>
          </p:cNvPr>
          <p:cNvSpPr/>
          <p:nvPr/>
        </p:nvSpPr>
        <p:spPr>
          <a:xfrm>
            <a:off x="6070598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Tempo:	0 h : 30 m : 59s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5699A3D-57BB-E0B6-1362-9636B5C5F8A6}"/>
              </a:ext>
            </a:extLst>
          </p:cNvPr>
          <p:cNvSpPr txBox="1"/>
          <p:nvPr/>
        </p:nvSpPr>
        <p:spPr>
          <a:xfrm>
            <a:off x="59260" y="5918731"/>
            <a:ext cx="30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OEE: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701AD28-773F-AD4F-C92D-40C3D27392D6}"/>
              </a:ext>
            </a:extLst>
          </p:cNvPr>
          <p:cNvSpPr txBox="1"/>
          <p:nvPr/>
        </p:nvSpPr>
        <p:spPr>
          <a:xfrm>
            <a:off x="3081867" y="5932529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DISPONIBILIDADE: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A9040B8-5943-18E9-4290-53CC209C039B}"/>
              </a:ext>
            </a:extLst>
          </p:cNvPr>
          <p:cNvSpPr txBox="1"/>
          <p:nvPr/>
        </p:nvSpPr>
        <p:spPr>
          <a:xfrm>
            <a:off x="6079066" y="5918731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PERFORMANCE: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5B22E81-F51B-3EE5-AA3D-38CD97D3E519}"/>
              </a:ext>
            </a:extLst>
          </p:cNvPr>
          <p:cNvSpPr txBox="1"/>
          <p:nvPr/>
        </p:nvSpPr>
        <p:spPr>
          <a:xfrm>
            <a:off x="9067798" y="5898595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QUALIDADE: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EBF286A-2CC8-6E03-61F2-87FD202B6073}"/>
              </a:ext>
            </a:extLst>
          </p:cNvPr>
          <p:cNvSpPr txBox="1"/>
          <p:nvPr/>
        </p:nvSpPr>
        <p:spPr>
          <a:xfrm>
            <a:off x="59260" y="6190638"/>
            <a:ext cx="3005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63,2%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6F56B-9768-EDE7-A334-B10947A3F1DD}"/>
              </a:ext>
            </a:extLst>
          </p:cNvPr>
          <p:cNvSpPr txBox="1"/>
          <p:nvPr/>
        </p:nvSpPr>
        <p:spPr>
          <a:xfrm>
            <a:off x="3081866" y="6211796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86%: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743847E-BAD0-0E53-7238-3A97AC3C77CF}"/>
              </a:ext>
            </a:extLst>
          </p:cNvPr>
          <p:cNvSpPr txBox="1"/>
          <p:nvPr/>
        </p:nvSpPr>
        <p:spPr>
          <a:xfrm>
            <a:off x="6096002" y="619063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75%: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081785C-80E3-B32F-F495-8A5775E1BC59}"/>
              </a:ext>
            </a:extLst>
          </p:cNvPr>
          <p:cNvSpPr txBox="1"/>
          <p:nvPr/>
        </p:nvSpPr>
        <p:spPr>
          <a:xfrm>
            <a:off x="9093203" y="619172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98%: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84140D7-ED9E-7D9E-6973-65123D126A7E}"/>
              </a:ext>
            </a:extLst>
          </p:cNvPr>
          <p:cNvSpPr txBox="1"/>
          <p:nvPr/>
        </p:nvSpPr>
        <p:spPr>
          <a:xfrm>
            <a:off x="67729" y="6721540"/>
            <a:ext cx="300566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dirty="0"/>
              <a:t>STATUS: SETUP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09377456-2F93-DD5D-4C19-B7A3CF934457}"/>
              </a:ext>
            </a:extLst>
          </p:cNvPr>
          <p:cNvSpPr/>
          <p:nvPr/>
        </p:nvSpPr>
        <p:spPr>
          <a:xfrm>
            <a:off x="1519766" y="3429000"/>
            <a:ext cx="2895600" cy="9575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INICIAR PRODUÇÃO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681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F0B2876-C684-780E-C8C2-452AEFD8EC36}"/>
              </a:ext>
            </a:extLst>
          </p:cNvPr>
          <p:cNvSpPr/>
          <p:nvPr/>
        </p:nvSpPr>
        <p:spPr>
          <a:xfrm>
            <a:off x="0" y="1"/>
            <a:ext cx="2675467" cy="770466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FEE3A53-D471-D0D1-C4B3-BAADCA961034}"/>
              </a:ext>
            </a:extLst>
          </p:cNvPr>
          <p:cNvSpPr/>
          <p:nvPr/>
        </p:nvSpPr>
        <p:spPr>
          <a:xfrm>
            <a:off x="2675467" y="0"/>
            <a:ext cx="6951133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SISTEMA APONTAMENTO DE PRODUÇÃO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B9E0CDF-C8E5-4440-DEA1-C967A5BA90C8}"/>
              </a:ext>
            </a:extLst>
          </p:cNvPr>
          <p:cNvSpPr/>
          <p:nvPr/>
        </p:nvSpPr>
        <p:spPr>
          <a:xfrm>
            <a:off x="9626600" y="-1"/>
            <a:ext cx="2565400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3C6144"/>
                </a:solidFill>
              </a:rPr>
              <a:t>Manutenção | Sair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80CAF55-4D15-FB73-1559-DA72EA61A7C6}"/>
              </a:ext>
            </a:extLst>
          </p:cNvPr>
          <p:cNvSpPr/>
          <p:nvPr/>
        </p:nvSpPr>
        <p:spPr>
          <a:xfrm>
            <a:off x="0" y="770466"/>
            <a:ext cx="12192000" cy="414865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PRODUÇÃO			GESTAO			PCP			PRODUTOS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24B368-5955-ADCE-C750-6F3BD521E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20" y="26918"/>
            <a:ext cx="743547" cy="74354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13C69FE-AE7D-583C-1754-A212F18EA255}"/>
              </a:ext>
            </a:extLst>
          </p:cNvPr>
          <p:cNvSpPr txBox="1"/>
          <p:nvPr/>
        </p:nvSpPr>
        <p:spPr>
          <a:xfrm>
            <a:off x="0" y="1185331"/>
            <a:ext cx="3081867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50" dirty="0"/>
              <a:t>USUARIO: ODECLEI</a:t>
            </a:r>
          </a:p>
          <a:p>
            <a:r>
              <a:rPr lang="pt-BR" sz="1050" dirty="0"/>
              <a:t>MAQUINA: TUPIA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C320C35-0C4F-BD7F-0CD6-CDCC7766378E}"/>
              </a:ext>
            </a:extLst>
          </p:cNvPr>
          <p:cNvSpPr txBox="1"/>
          <p:nvPr/>
        </p:nvSpPr>
        <p:spPr>
          <a:xfrm>
            <a:off x="3081867" y="1185331"/>
            <a:ext cx="4453467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QUARTA-FEIRA	02/10/2024</a:t>
            </a:r>
          </a:p>
          <a:p>
            <a:pPr algn="ctr"/>
            <a:endParaRPr lang="pt-BR" sz="105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6C50A9-7B10-84AE-26F5-4833470B9AC4}"/>
              </a:ext>
            </a:extLst>
          </p:cNvPr>
          <p:cNvSpPr txBox="1"/>
          <p:nvPr/>
        </p:nvSpPr>
        <p:spPr>
          <a:xfrm>
            <a:off x="7535334" y="1185331"/>
            <a:ext cx="465666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11:58:30</a:t>
            </a:r>
          </a:p>
          <a:p>
            <a:pPr algn="ctr"/>
            <a:endParaRPr lang="pt-BR" sz="105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653CF57-0BDD-129F-F732-A8AF90EB9C6D}"/>
              </a:ext>
            </a:extLst>
          </p:cNvPr>
          <p:cNvSpPr/>
          <p:nvPr/>
        </p:nvSpPr>
        <p:spPr>
          <a:xfrm>
            <a:off x="0" y="1600829"/>
            <a:ext cx="7535334" cy="34622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41EDD5F-579D-82CD-816D-071DA04C460B}"/>
              </a:ext>
            </a:extLst>
          </p:cNvPr>
          <p:cNvSpPr/>
          <p:nvPr/>
        </p:nvSpPr>
        <p:spPr>
          <a:xfrm>
            <a:off x="-1" y="770465"/>
            <a:ext cx="3081867" cy="4148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977BDE9-9FEC-2D31-9808-F21D3BA4BE71}"/>
              </a:ext>
            </a:extLst>
          </p:cNvPr>
          <p:cNvSpPr/>
          <p:nvPr/>
        </p:nvSpPr>
        <p:spPr>
          <a:xfrm>
            <a:off x="1405467" y="1821193"/>
            <a:ext cx="3039533" cy="287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64654654665465464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369B61F-1BDA-C7EF-2FE5-0BBAE263B7F0}"/>
              </a:ext>
            </a:extLst>
          </p:cNvPr>
          <p:cNvSpPr txBox="1"/>
          <p:nvPr/>
        </p:nvSpPr>
        <p:spPr>
          <a:xfrm>
            <a:off x="93133" y="1811867"/>
            <a:ext cx="1312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CÓDIGO BARRAS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E323582-9D52-7A4B-1905-FF4DD85B682C}"/>
              </a:ext>
            </a:extLst>
          </p:cNvPr>
          <p:cNvSpPr txBox="1"/>
          <p:nvPr/>
        </p:nvSpPr>
        <p:spPr>
          <a:xfrm>
            <a:off x="93133" y="2091897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PRODUTO: POLTRONA AURORA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C75CD02-DD6F-90E2-7A1A-E8EFBCE4D8EB}"/>
              </a:ext>
            </a:extLst>
          </p:cNvPr>
          <p:cNvSpPr txBox="1"/>
          <p:nvPr/>
        </p:nvSpPr>
        <p:spPr>
          <a:xfrm>
            <a:off x="110064" y="2409231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SUB-ITEM: PÉ POLTRONA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CE6D65F-9B89-AEC1-8C69-90F637FD1BA2}"/>
              </a:ext>
            </a:extLst>
          </p:cNvPr>
          <p:cNvSpPr/>
          <p:nvPr/>
        </p:nvSpPr>
        <p:spPr>
          <a:xfrm>
            <a:off x="7535334" y="1600829"/>
            <a:ext cx="4546602" cy="34622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DBDFE4DE-4BFF-B68E-5AF7-A43B38107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368" y="1760534"/>
            <a:ext cx="3928534" cy="3142827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F13ECB18-A555-F48C-C50D-A85D30046778}"/>
              </a:ext>
            </a:extLst>
          </p:cNvPr>
          <p:cNvSpPr/>
          <p:nvPr/>
        </p:nvSpPr>
        <p:spPr>
          <a:xfrm>
            <a:off x="59260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3F21174-CE74-28EC-317F-B00D9CBC2850}"/>
              </a:ext>
            </a:extLst>
          </p:cNvPr>
          <p:cNvSpPr/>
          <p:nvPr/>
        </p:nvSpPr>
        <p:spPr>
          <a:xfrm>
            <a:off x="3064929" y="5918731"/>
            <a:ext cx="3005669" cy="804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A1CBA90-BA53-9182-BDB2-CB8A16CC1BE2}"/>
              </a:ext>
            </a:extLst>
          </p:cNvPr>
          <p:cNvSpPr/>
          <p:nvPr/>
        </p:nvSpPr>
        <p:spPr>
          <a:xfrm>
            <a:off x="6070598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F2DAB37-381C-83E1-8AE7-C431632EA0DF}"/>
              </a:ext>
            </a:extLst>
          </p:cNvPr>
          <p:cNvSpPr/>
          <p:nvPr/>
        </p:nvSpPr>
        <p:spPr>
          <a:xfrm>
            <a:off x="9076267" y="5918731"/>
            <a:ext cx="3005669" cy="804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A7CFCAB-83DF-4AE1-B71D-626B13912F9B}"/>
              </a:ext>
            </a:extLst>
          </p:cNvPr>
          <p:cNvSpPr/>
          <p:nvPr/>
        </p:nvSpPr>
        <p:spPr>
          <a:xfrm>
            <a:off x="59260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Quantidade Produzida:  312 </a:t>
            </a:r>
            <a:r>
              <a:rPr lang="pt-BR" dirty="0" err="1">
                <a:solidFill>
                  <a:srgbClr val="3C6144"/>
                </a:solidFill>
              </a:rPr>
              <a:t>pç</a:t>
            </a:r>
            <a:endParaRPr lang="pt-BR" dirty="0">
              <a:solidFill>
                <a:srgbClr val="3C6144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B0C4BA4-6619-D973-0828-ED161A02BE9D}"/>
              </a:ext>
            </a:extLst>
          </p:cNvPr>
          <p:cNvSpPr/>
          <p:nvPr/>
        </p:nvSpPr>
        <p:spPr>
          <a:xfrm>
            <a:off x="6070598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Tempo:	0 h : 30 m : 59s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5699A3D-57BB-E0B6-1362-9636B5C5F8A6}"/>
              </a:ext>
            </a:extLst>
          </p:cNvPr>
          <p:cNvSpPr txBox="1"/>
          <p:nvPr/>
        </p:nvSpPr>
        <p:spPr>
          <a:xfrm>
            <a:off x="59260" y="5918731"/>
            <a:ext cx="30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OEE: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701AD28-773F-AD4F-C92D-40C3D27392D6}"/>
              </a:ext>
            </a:extLst>
          </p:cNvPr>
          <p:cNvSpPr txBox="1"/>
          <p:nvPr/>
        </p:nvSpPr>
        <p:spPr>
          <a:xfrm>
            <a:off x="3081867" y="5932529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DISPONIBILIDADE: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A9040B8-5943-18E9-4290-53CC209C039B}"/>
              </a:ext>
            </a:extLst>
          </p:cNvPr>
          <p:cNvSpPr txBox="1"/>
          <p:nvPr/>
        </p:nvSpPr>
        <p:spPr>
          <a:xfrm>
            <a:off x="6079066" y="5918731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PERFORMANCE: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5B22E81-F51B-3EE5-AA3D-38CD97D3E519}"/>
              </a:ext>
            </a:extLst>
          </p:cNvPr>
          <p:cNvSpPr txBox="1"/>
          <p:nvPr/>
        </p:nvSpPr>
        <p:spPr>
          <a:xfrm>
            <a:off x="9067798" y="5898595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QUALIDADE: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EBF286A-2CC8-6E03-61F2-87FD202B6073}"/>
              </a:ext>
            </a:extLst>
          </p:cNvPr>
          <p:cNvSpPr txBox="1"/>
          <p:nvPr/>
        </p:nvSpPr>
        <p:spPr>
          <a:xfrm>
            <a:off x="59260" y="6190638"/>
            <a:ext cx="3005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63,2%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6F56B-9768-EDE7-A334-B10947A3F1DD}"/>
              </a:ext>
            </a:extLst>
          </p:cNvPr>
          <p:cNvSpPr txBox="1"/>
          <p:nvPr/>
        </p:nvSpPr>
        <p:spPr>
          <a:xfrm>
            <a:off x="3081866" y="6211796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86%: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743847E-BAD0-0E53-7238-3A97AC3C77CF}"/>
              </a:ext>
            </a:extLst>
          </p:cNvPr>
          <p:cNvSpPr txBox="1"/>
          <p:nvPr/>
        </p:nvSpPr>
        <p:spPr>
          <a:xfrm>
            <a:off x="6096002" y="619063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75%: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081785C-80E3-B32F-F495-8A5775E1BC59}"/>
              </a:ext>
            </a:extLst>
          </p:cNvPr>
          <p:cNvSpPr txBox="1"/>
          <p:nvPr/>
        </p:nvSpPr>
        <p:spPr>
          <a:xfrm>
            <a:off x="9093203" y="619172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98%: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84140D7-ED9E-7D9E-6973-65123D126A7E}"/>
              </a:ext>
            </a:extLst>
          </p:cNvPr>
          <p:cNvSpPr txBox="1"/>
          <p:nvPr/>
        </p:nvSpPr>
        <p:spPr>
          <a:xfrm>
            <a:off x="67729" y="6721540"/>
            <a:ext cx="300566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dirty="0"/>
              <a:t>STATUS: SETUP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092032F-BD0E-A784-F86C-1885DDC3FA12}"/>
              </a:ext>
            </a:extLst>
          </p:cNvPr>
          <p:cNvSpPr/>
          <p:nvPr/>
        </p:nvSpPr>
        <p:spPr>
          <a:xfrm>
            <a:off x="258234" y="4312473"/>
            <a:ext cx="3509433" cy="4654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FINALIZAR PRODUÇÃO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A59ABFF-E1DB-502F-C857-221357A7695C}"/>
              </a:ext>
            </a:extLst>
          </p:cNvPr>
          <p:cNvSpPr/>
          <p:nvPr/>
        </p:nvSpPr>
        <p:spPr>
          <a:xfrm>
            <a:off x="1481668" y="3312876"/>
            <a:ext cx="1193800" cy="287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3C6144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F0E381-B810-754C-4DCF-E6E598C560DC}"/>
              </a:ext>
            </a:extLst>
          </p:cNvPr>
          <p:cNvSpPr txBox="1"/>
          <p:nvPr/>
        </p:nvSpPr>
        <p:spPr>
          <a:xfrm>
            <a:off x="169333" y="3303550"/>
            <a:ext cx="1312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QTDE BOA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56D09D-C476-9960-621A-C9EFDD04CDAB}"/>
              </a:ext>
            </a:extLst>
          </p:cNvPr>
          <p:cNvSpPr/>
          <p:nvPr/>
        </p:nvSpPr>
        <p:spPr>
          <a:xfrm>
            <a:off x="1481668" y="3701770"/>
            <a:ext cx="1193800" cy="287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3C6144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14BFDC-ED7A-39FD-6918-AC9E102C9A02}"/>
              </a:ext>
            </a:extLst>
          </p:cNvPr>
          <p:cNvSpPr txBox="1"/>
          <p:nvPr/>
        </p:nvSpPr>
        <p:spPr>
          <a:xfrm>
            <a:off x="169333" y="3692444"/>
            <a:ext cx="1312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QTDE REFUGO</a:t>
            </a:r>
          </a:p>
        </p:txBody>
      </p:sp>
    </p:spTree>
    <p:extLst>
      <p:ext uri="{BB962C8B-B14F-4D97-AF65-F5344CB8AC3E}">
        <p14:creationId xmlns:p14="http://schemas.microsoft.com/office/powerpoint/2010/main" val="187286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F0B2876-C684-780E-C8C2-452AEFD8EC36}"/>
              </a:ext>
            </a:extLst>
          </p:cNvPr>
          <p:cNvSpPr/>
          <p:nvPr/>
        </p:nvSpPr>
        <p:spPr>
          <a:xfrm>
            <a:off x="0" y="1"/>
            <a:ext cx="2675467" cy="770466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FEE3A53-D471-D0D1-C4B3-BAADCA961034}"/>
              </a:ext>
            </a:extLst>
          </p:cNvPr>
          <p:cNvSpPr/>
          <p:nvPr/>
        </p:nvSpPr>
        <p:spPr>
          <a:xfrm>
            <a:off x="2675467" y="0"/>
            <a:ext cx="6951133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SISTEMA APONTAMENTO DE PRODUÇÃO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B9E0CDF-C8E5-4440-DEA1-C967A5BA90C8}"/>
              </a:ext>
            </a:extLst>
          </p:cNvPr>
          <p:cNvSpPr/>
          <p:nvPr/>
        </p:nvSpPr>
        <p:spPr>
          <a:xfrm>
            <a:off x="9626600" y="-1"/>
            <a:ext cx="2565400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3C6144"/>
                </a:solidFill>
              </a:rPr>
              <a:t>Manutenção | Sair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80CAF55-4D15-FB73-1559-DA72EA61A7C6}"/>
              </a:ext>
            </a:extLst>
          </p:cNvPr>
          <p:cNvSpPr/>
          <p:nvPr/>
        </p:nvSpPr>
        <p:spPr>
          <a:xfrm>
            <a:off x="0" y="770466"/>
            <a:ext cx="12192000" cy="414865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PRODUÇÃO			GESTAO			PCP			PRODUTOS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24B368-5955-ADCE-C750-6F3BD521E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20" y="26918"/>
            <a:ext cx="743547" cy="74354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13C69FE-AE7D-583C-1754-A212F18EA255}"/>
              </a:ext>
            </a:extLst>
          </p:cNvPr>
          <p:cNvSpPr txBox="1"/>
          <p:nvPr/>
        </p:nvSpPr>
        <p:spPr>
          <a:xfrm>
            <a:off x="0" y="1185331"/>
            <a:ext cx="3081867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50" dirty="0"/>
              <a:t>USUARIO: ODECLEI</a:t>
            </a:r>
          </a:p>
          <a:p>
            <a:r>
              <a:rPr lang="pt-BR" sz="1050" dirty="0"/>
              <a:t>MAQUINA: TUPIA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C320C35-0C4F-BD7F-0CD6-CDCC7766378E}"/>
              </a:ext>
            </a:extLst>
          </p:cNvPr>
          <p:cNvSpPr txBox="1"/>
          <p:nvPr/>
        </p:nvSpPr>
        <p:spPr>
          <a:xfrm>
            <a:off x="3081867" y="1185331"/>
            <a:ext cx="4453467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QUARTA-FEIRA	02/10/2024</a:t>
            </a:r>
          </a:p>
          <a:p>
            <a:pPr algn="ctr"/>
            <a:endParaRPr lang="pt-BR" sz="105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6C50A9-7B10-84AE-26F5-4833470B9AC4}"/>
              </a:ext>
            </a:extLst>
          </p:cNvPr>
          <p:cNvSpPr txBox="1"/>
          <p:nvPr/>
        </p:nvSpPr>
        <p:spPr>
          <a:xfrm>
            <a:off x="7535334" y="1185331"/>
            <a:ext cx="465666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11:58:30</a:t>
            </a:r>
          </a:p>
          <a:p>
            <a:pPr algn="ctr"/>
            <a:endParaRPr lang="pt-BR" sz="105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653CF57-0BDD-129F-F732-A8AF90EB9C6D}"/>
              </a:ext>
            </a:extLst>
          </p:cNvPr>
          <p:cNvSpPr/>
          <p:nvPr/>
        </p:nvSpPr>
        <p:spPr>
          <a:xfrm>
            <a:off x="0" y="1600829"/>
            <a:ext cx="7535334" cy="34622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41EDD5F-579D-82CD-816D-071DA04C460B}"/>
              </a:ext>
            </a:extLst>
          </p:cNvPr>
          <p:cNvSpPr/>
          <p:nvPr/>
        </p:nvSpPr>
        <p:spPr>
          <a:xfrm>
            <a:off x="-1" y="770465"/>
            <a:ext cx="3081867" cy="4148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977BDE9-9FEC-2D31-9808-F21D3BA4BE71}"/>
              </a:ext>
            </a:extLst>
          </p:cNvPr>
          <p:cNvSpPr/>
          <p:nvPr/>
        </p:nvSpPr>
        <p:spPr>
          <a:xfrm>
            <a:off x="1405467" y="1821193"/>
            <a:ext cx="3039533" cy="287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64654654665465464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369B61F-1BDA-C7EF-2FE5-0BBAE263B7F0}"/>
              </a:ext>
            </a:extLst>
          </p:cNvPr>
          <p:cNvSpPr txBox="1"/>
          <p:nvPr/>
        </p:nvSpPr>
        <p:spPr>
          <a:xfrm>
            <a:off x="93133" y="1811867"/>
            <a:ext cx="1312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CÓDIGO BARRAS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E323582-9D52-7A4B-1905-FF4DD85B682C}"/>
              </a:ext>
            </a:extLst>
          </p:cNvPr>
          <p:cNvSpPr txBox="1"/>
          <p:nvPr/>
        </p:nvSpPr>
        <p:spPr>
          <a:xfrm>
            <a:off x="93133" y="2091897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PRODUTO: POLTRONA AURORA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C75CD02-DD6F-90E2-7A1A-E8EFBCE4D8EB}"/>
              </a:ext>
            </a:extLst>
          </p:cNvPr>
          <p:cNvSpPr txBox="1"/>
          <p:nvPr/>
        </p:nvSpPr>
        <p:spPr>
          <a:xfrm>
            <a:off x="110064" y="2409231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SUB-ITEM: PÉ POLTRONA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CE6D65F-9B89-AEC1-8C69-90F637FD1BA2}"/>
              </a:ext>
            </a:extLst>
          </p:cNvPr>
          <p:cNvSpPr/>
          <p:nvPr/>
        </p:nvSpPr>
        <p:spPr>
          <a:xfrm>
            <a:off x="7535334" y="1600829"/>
            <a:ext cx="4546602" cy="34622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DBDFE4DE-4BFF-B68E-5AF7-A43B38107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368" y="1760534"/>
            <a:ext cx="3928534" cy="3142827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F13ECB18-A555-F48C-C50D-A85D30046778}"/>
              </a:ext>
            </a:extLst>
          </p:cNvPr>
          <p:cNvSpPr/>
          <p:nvPr/>
        </p:nvSpPr>
        <p:spPr>
          <a:xfrm>
            <a:off x="59260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3F21174-CE74-28EC-317F-B00D9CBC2850}"/>
              </a:ext>
            </a:extLst>
          </p:cNvPr>
          <p:cNvSpPr/>
          <p:nvPr/>
        </p:nvSpPr>
        <p:spPr>
          <a:xfrm>
            <a:off x="3064929" y="5918731"/>
            <a:ext cx="3005669" cy="804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A1CBA90-BA53-9182-BDB2-CB8A16CC1BE2}"/>
              </a:ext>
            </a:extLst>
          </p:cNvPr>
          <p:cNvSpPr/>
          <p:nvPr/>
        </p:nvSpPr>
        <p:spPr>
          <a:xfrm>
            <a:off x="6070598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F2DAB37-381C-83E1-8AE7-C431632EA0DF}"/>
              </a:ext>
            </a:extLst>
          </p:cNvPr>
          <p:cNvSpPr/>
          <p:nvPr/>
        </p:nvSpPr>
        <p:spPr>
          <a:xfrm>
            <a:off x="9076267" y="5918731"/>
            <a:ext cx="3005669" cy="804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A7CFCAB-83DF-4AE1-B71D-626B13912F9B}"/>
              </a:ext>
            </a:extLst>
          </p:cNvPr>
          <p:cNvSpPr/>
          <p:nvPr/>
        </p:nvSpPr>
        <p:spPr>
          <a:xfrm>
            <a:off x="59260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Quantidade Produzida:  312 </a:t>
            </a:r>
            <a:r>
              <a:rPr lang="pt-BR" dirty="0" err="1">
                <a:solidFill>
                  <a:srgbClr val="3C6144"/>
                </a:solidFill>
              </a:rPr>
              <a:t>pç</a:t>
            </a:r>
            <a:endParaRPr lang="pt-BR" dirty="0">
              <a:solidFill>
                <a:srgbClr val="3C6144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B0C4BA4-6619-D973-0828-ED161A02BE9D}"/>
              </a:ext>
            </a:extLst>
          </p:cNvPr>
          <p:cNvSpPr/>
          <p:nvPr/>
        </p:nvSpPr>
        <p:spPr>
          <a:xfrm>
            <a:off x="6070598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Tempo:	0 h : 30 m : 59s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5699A3D-57BB-E0B6-1362-9636B5C5F8A6}"/>
              </a:ext>
            </a:extLst>
          </p:cNvPr>
          <p:cNvSpPr txBox="1"/>
          <p:nvPr/>
        </p:nvSpPr>
        <p:spPr>
          <a:xfrm>
            <a:off x="59260" y="5918731"/>
            <a:ext cx="30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OEE: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701AD28-773F-AD4F-C92D-40C3D27392D6}"/>
              </a:ext>
            </a:extLst>
          </p:cNvPr>
          <p:cNvSpPr txBox="1"/>
          <p:nvPr/>
        </p:nvSpPr>
        <p:spPr>
          <a:xfrm>
            <a:off x="3081867" y="5932529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DISPONIBILIDADE: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A9040B8-5943-18E9-4290-53CC209C039B}"/>
              </a:ext>
            </a:extLst>
          </p:cNvPr>
          <p:cNvSpPr txBox="1"/>
          <p:nvPr/>
        </p:nvSpPr>
        <p:spPr>
          <a:xfrm>
            <a:off x="6079066" y="5918731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PERFORMANCE: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5B22E81-F51B-3EE5-AA3D-38CD97D3E519}"/>
              </a:ext>
            </a:extLst>
          </p:cNvPr>
          <p:cNvSpPr txBox="1"/>
          <p:nvPr/>
        </p:nvSpPr>
        <p:spPr>
          <a:xfrm>
            <a:off x="9067798" y="5898595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QUALIDADE: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EBF286A-2CC8-6E03-61F2-87FD202B6073}"/>
              </a:ext>
            </a:extLst>
          </p:cNvPr>
          <p:cNvSpPr txBox="1"/>
          <p:nvPr/>
        </p:nvSpPr>
        <p:spPr>
          <a:xfrm>
            <a:off x="59260" y="6190638"/>
            <a:ext cx="3005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63,2%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6F56B-9768-EDE7-A334-B10947A3F1DD}"/>
              </a:ext>
            </a:extLst>
          </p:cNvPr>
          <p:cNvSpPr txBox="1"/>
          <p:nvPr/>
        </p:nvSpPr>
        <p:spPr>
          <a:xfrm>
            <a:off x="3081866" y="6211796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86%: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743847E-BAD0-0E53-7238-3A97AC3C77CF}"/>
              </a:ext>
            </a:extLst>
          </p:cNvPr>
          <p:cNvSpPr txBox="1"/>
          <p:nvPr/>
        </p:nvSpPr>
        <p:spPr>
          <a:xfrm>
            <a:off x="6096002" y="619063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75%: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081785C-80E3-B32F-F495-8A5775E1BC59}"/>
              </a:ext>
            </a:extLst>
          </p:cNvPr>
          <p:cNvSpPr txBox="1"/>
          <p:nvPr/>
        </p:nvSpPr>
        <p:spPr>
          <a:xfrm>
            <a:off x="9093203" y="619172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98%: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84140D7-ED9E-7D9E-6973-65123D126A7E}"/>
              </a:ext>
            </a:extLst>
          </p:cNvPr>
          <p:cNvSpPr txBox="1"/>
          <p:nvPr/>
        </p:nvSpPr>
        <p:spPr>
          <a:xfrm>
            <a:off x="67729" y="6721540"/>
            <a:ext cx="300566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dirty="0"/>
              <a:t>STATUS: SETUP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092032F-BD0E-A784-F86C-1885DDC3FA12}"/>
              </a:ext>
            </a:extLst>
          </p:cNvPr>
          <p:cNvSpPr/>
          <p:nvPr/>
        </p:nvSpPr>
        <p:spPr>
          <a:xfrm>
            <a:off x="258234" y="4312473"/>
            <a:ext cx="3509433" cy="4654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FINALIZAR PRODUÇÃO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A59ABFF-E1DB-502F-C857-221357A7695C}"/>
              </a:ext>
            </a:extLst>
          </p:cNvPr>
          <p:cNvSpPr/>
          <p:nvPr/>
        </p:nvSpPr>
        <p:spPr>
          <a:xfrm>
            <a:off x="1481668" y="3312876"/>
            <a:ext cx="1193800" cy="287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132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F0E381-B810-754C-4DCF-E6E598C560DC}"/>
              </a:ext>
            </a:extLst>
          </p:cNvPr>
          <p:cNvSpPr txBox="1"/>
          <p:nvPr/>
        </p:nvSpPr>
        <p:spPr>
          <a:xfrm>
            <a:off x="169333" y="3303550"/>
            <a:ext cx="1312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QTDE BOA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56D09D-C476-9960-621A-C9EFDD04CDAB}"/>
              </a:ext>
            </a:extLst>
          </p:cNvPr>
          <p:cNvSpPr/>
          <p:nvPr/>
        </p:nvSpPr>
        <p:spPr>
          <a:xfrm>
            <a:off x="1481668" y="3701770"/>
            <a:ext cx="1193800" cy="287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6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14BFDC-ED7A-39FD-6918-AC9E102C9A02}"/>
              </a:ext>
            </a:extLst>
          </p:cNvPr>
          <p:cNvSpPr txBox="1"/>
          <p:nvPr/>
        </p:nvSpPr>
        <p:spPr>
          <a:xfrm>
            <a:off x="169333" y="3692444"/>
            <a:ext cx="1312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QTDE REFUGO</a:t>
            </a:r>
          </a:p>
        </p:txBody>
      </p:sp>
    </p:spTree>
    <p:extLst>
      <p:ext uri="{BB962C8B-B14F-4D97-AF65-F5344CB8AC3E}">
        <p14:creationId xmlns:p14="http://schemas.microsoft.com/office/powerpoint/2010/main" val="3245807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F0B2876-C684-780E-C8C2-452AEFD8EC36}"/>
              </a:ext>
            </a:extLst>
          </p:cNvPr>
          <p:cNvSpPr/>
          <p:nvPr/>
        </p:nvSpPr>
        <p:spPr>
          <a:xfrm>
            <a:off x="0" y="1"/>
            <a:ext cx="2675467" cy="770466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FEE3A53-D471-D0D1-C4B3-BAADCA961034}"/>
              </a:ext>
            </a:extLst>
          </p:cNvPr>
          <p:cNvSpPr/>
          <p:nvPr/>
        </p:nvSpPr>
        <p:spPr>
          <a:xfrm>
            <a:off x="2675467" y="0"/>
            <a:ext cx="6951133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SISTEMA APONTAMENTO DE PRODUÇÃO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B9E0CDF-C8E5-4440-DEA1-C967A5BA90C8}"/>
              </a:ext>
            </a:extLst>
          </p:cNvPr>
          <p:cNvSpPr/>
          <p:nvPr/>
        </p:nvSpPr>
        <p:spPr>
          <a:xfrm>
            <a:off x="9626600" y="-1"/>
            <a:ext cx="2565400" cy="770467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3C6144"/>
                </a:solidFill>
              </a:rPr>
              <a:t>Manutenção | Sair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80CAF55-4D15-FB73-1559-DA72EA61A7C6}"/>
              </a:ext>
            </a:extLst>
          </p:cNvPr>
          <p:cNvSpPr/>
          <p:nvPr/>
        </p:nvSpPr>
        <p:spPr>
          <a:xfrm>
            <a:off x="0" y="770466"/>
            <a:ext cx="12192000" cy="414865"/>
          </a:xfrm>
          <a:prstGeom prst="rect">
            <a:avLst/>
          </a:prstGeom>
          <a:solidFill>
            <a:srgbClr val="E5D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PRODUÇÃO			GESTAO			PCP			PRODUTOS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24B368-5955-ADCE-C750-6F3BD521E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20" y="26918"/>
            <a:ext cx="743547" cy="74354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13C69FE-AE7D-583C-1754-A212F18EA255}"/>
              </a:ext>
            </a:extLst>
          </p:cNvPr>
          <p:cNvSpPr txBox="1"/>
          <p:nvPr/>
        </p:nvSpPr>
        <p:spPr>
          <a:xfrm>
            <a:off x="0" y="1185331"/>
            <a:ext cx="3081867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50" dirty="0"/>
              <a:t>USUARIO: ODECLEI</a:t>
            </a:r>
          </a:p>
          <a:p>
            <a:r>
              <a:rPr lang="pt-BR" sz="1050" dirty="0"/>
              <a:t>MAQUINA: TUPIA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C320C35-0C4F-BD7F-0CD6-CDCC7766378E}"/>
              </a:ext>
            </a:extLst>
          </p:cNvPr>
          <p:cNvSpPr txBox="1"/>
          <p:nvPr/>
        </p:nvSpPr>
        <p:spPr>
          <a:xfrm>
            <a:off x="3081867" y="1185331"/>
            <a:ext cx="4453467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QUARTA-FEIRA	02/10/2024</a:t>
            </a:r>
          </a:p>
          <a:p>
            <a:pPr algn="ctr"/>
            <a:endParaRPr lang="pt-BR" sz="105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6C50A9-7B10-84AE-26F5-4833470B9AC4}"/>
              </a:ext>
            </a:extLst>
          </p:cNvPr>
          <p:cNvSpPr txBox="1"/>
          <p:nvPr/>
        </p:nvSpPr>
        <p:spPr>
          <a:xfrm>
            <a:off x="7535334" y="1185331"/>
            <a:ext cx="4656666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11:58:30</a:t>
            </a:r>
          </a:p>
          <a:p>
            <a:pPr algn="ctr"/>
            <a:endParaRPr lang="pt-BR" sz="105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653CF57-0BDD-129F-F732-A8AF90EB9C6D}"/>
              </a:ext>
            </a:extLst>
          </p:cNvPr>
          <p:cNvSpPr/>
          <p:nvPr/>
        </p:nvSpPr>
        <p:spPr>
          <a:xfrm>
            <a:off x="0" y="1600829"/>
            <a:ext cx="7535334" cy="34622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41EDD5F-579D-82CD-816D-071DA04C460B}"/>
              </a:ext>
            </a:extLst>
          </p:cNvPr>
          <p:cNvSpPr/>
          <p:nvPr/>
        </p:nvSpPr>
        <p:spPr>
          <a:xfrm>
            <a:off x="-1" y="770465"/>
            <a:ext cx="3081867" cy="4148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977BDE9-9FEC-2D31-9808-F21D3BA4BE71}"/>
              </a:ext>
            </a:extLst>
          </p:cNvPr>
          <p:cNvSpPr/>
          <p:nvPr/>
        </p:nvSpPr>
        <p:spPr>
          <a:xfrm>
            <a:off x="1405467" y="1821193"/>
            <a:ext cx="3039533" cy="287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3C6144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369B61F-1BDA-C7EF-2FE5-0BBAE263B7F0}"/>
              </a:ext>
            </a:extLst>
          </p:cNvPr>
          <p:cNvSpPr txBox="1"/>
          <p:nvPr/>
        </p:nvSpPr>
        <p:spPr>
          <a:xfrm>
            <a:off x="93133" y="1811867"/>
            <a:ext cx="1312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CÓDIGO BARRAS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E323582-9D52-7A4B-1905-FF4DD85B682C}"/>
              </a:ext>
            </a:extLst>
          </p:cNvPr>
          <p:cNvSpPr txBox="1"/>
          <p:nvPr/>
        </p:nvSpPr>
        <p:spPr>
          <a:xfrm>
            <a:off x="93133" y="2091897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PRODUTO: 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C75CD02-DD6F-90E2-7A1A-E8EFBCE4D8EB}"/>
              </a:ext>
            </a:extLst>
          </p:cNvPr>
          <p:cNvSpPr txBox="1"/>
          <p:nvPr/>
        </p:nvSpPr>
        <p:spPr>
          <a:xfrm>
            <a:off x="110064" y="2409231"/>
            <a:ext cx="4097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SUB-ITEM: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CE6D65F-9B89-AEC1-8C69-90F637FD1BA2}"/>
              </a:ext>
            </a:extLst>
          </p:cNvPr>
          <p:cNvSpPr/>
          <p:nvPr/>
        </p:nvSpPr>
        <p:spPr>
          <a:xfrm>
            <a:off x="7535334" y="1600829"/>
            <a:ext cx="4546602" cy="34622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13ECB18-A555-F48C-C50D-A85D30046778}"/>
              </a:ext>
            </a:extLst>
          </p:cNvPr>
          <p:cNvSpPr/>
          <p:nvPr/>
        </p:nvSpPr>
        <p:spPr>
          <a:xfrm>
            <a:off x="59260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3F21174-CE74-28EC-317F-B00D9CBC2850}"/>
              </a:ext>
            </a:extLst>
          </p:cNvPr>
          <p:cNvSpPr/>
          <p:nvPr/>
        </p:nvSpPr>
        <p:spPr>
          <a:xfrm>
            <a:off x="3064929" y="5918731"/>
            <a:ext cx="3005669" cy="804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A1CBA90-BA53-9182-BDB2-CB8A16CC1BE2}"/>
              </a:ext>
            </a:extLst>
          </p:cNvPr>
          <p:cNvSpPr/>
          <p:nvPr/>
        </p:nvSpPr>
        <p:spPr>
          <a:xfrm>
            <a:off x="6070598" y="5918731"/>
            <a:ext cx="3005669" cy="804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F2DAB37-381C-83E1-8AE7-C431632EA0DF}"/>
              </a:ext>
            </a:extLst>
          </p:cNvPr>
          <p:cNvSpPr/>
          <p:nvPr/>
        </p:nvSpPr>
        <p:spPr>
          <a:xfrm>
            <a:off x="9076267" y="5918731"/>
            <a:ext cx="3005669" cy="804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A7CFCAB-83DF-4AE1-B71D-626B13912F9B}"/>
              </a:ext>
            </a:extLst>
          </p:cNvPr>
          <p:cNvSpPr/>
          <p:nvPr/>
        </p:nvSpPr>
        <p:spPr>
          <a:xfrm>
            <a:off x="59260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Quantidade Produzida:  444 </a:t>
            </a:r>
            <a:r>
              <a:rPr lang="pt-BR" dirty="0" err="1">
                <a:solidFill>
                  <a:srgbClr val="3C6144"/>
                </a:solidFill>
              </a:rPr>
              <a:t>pç</a:t>
            </a:r>
            <a:endParaRPr lang="pt-BR" dirty="0">
              <a:solidFill>
                <a:srgbClr val="3C6144"/>
              </a:solidFill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B0C4BA4-6619-D973-0828-ED161A02BE9D}"/>
              </a:ext>
            </a:extLst>
          </p:cNvPr>
          <p:cNvSpPr/>
          <p:nvPr/>
        </p:nvSpPr>
        <p:spPr>
          <a:xfrm>
            <a:off x="6070598" y="5115602"/>
            <a:ext cx="6011338" cy="804332"/>
          </a:xfrm>
          <a:prstGeom prst="rect">
            <a:avLst/>
          </a:prstGeom>
          <a:solidFill>
            <a:srgbClr val="E5D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3C6144"/>
                </a:solidFill>
              </a:rPr>
              <a:t>Tempo:	0 h : 30 m : 59s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5699A3D-57BB-E0B6-1362-9636B5C5F8A6}"/>
              </a:ext>
            </a:extLst>
          </p:cNvPr>
          <p:cNvSpPr txBox="1"/>
          <p:nvPr/>
        </p:nvSpPr>
        <p:spPr>
          <a:xfrm>
            <a:off x="59260" y="5918731"/>
            <a:ext cx="30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OEE: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701AD28-773F-AD4F-C92D-40C3D27392D6}"/>
              </a:ext>
            </a:extLst>
          </p:cNvPr>
          <p:cNvSpPr txBox="1"/>
          <p:nvPr/>
        </p:nvSpPr>
        <p:spPr>
          <a:xfrm>
            <a:off x="3081867" y="5932529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DISPONIBILIDADE: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A9040B8-5943-18E9-4290-53CC209C039B}"/>
              </a:ext>
            </a:extLst>
          </p:cNvPr>
          <p:cNvSpPr txBox="1"/>
          <p:nvPr/>
        </p:nvSpPr>
        <p:spPr>
          <a:xfrm>
            <a:off x="6079066" y="5918731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PERFORMANCE: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5B22E81-F51B-3EE5-AA3D-38CD97D3E519}"/>
              </a:ext>
            </a:extLst>
          </p:cNvPr>
          <p:cNvSpPr txBox="1"/>
          <p:nvPr/>
        </p:nvSpPr>
        <p:spPr>
          <a:xfrm>
            <a:off x="9067798" y="5898595"/>
            <a:ext cx="298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QUALIDADE: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EBF286A-2CC8-6E03-61F2-87FD202B6073}"/>
              </a:ext>
            </a:extLst>
          </p:cNvPr>
          <p:cNvSpPr txBox="1"/>
          <p:nvPr/>
        </p:nvSpPr>
        <p:spPr>
          <a:xfrm>
            <a:off x="59260" y="6190638"/>
            <a:ext cx="3005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63,2%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966F56B-9768-EDE7-A334-B10947A3F1DD}"/>
              </a:ext>
            </a:extLst>
          </p:cNvPr>
          <p:cNvSpPr txBox="1"/>
          <p:nvPr/>
        </p:nvSpPr>
        <p:spPr>
          <a:xfrm>
            <a:off x="3081866" y="6211796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86%: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743847E-BAD0-0E53-7238-3A97AC3C77CF}"/>
              </a:ext>
            </a:extLst>
          </p:cNvPr>
          <p:cNvSpPr txBox="1"/>
          <p:nvPr/>
        </p:nvSpPr>
        <p:spPr>
          <a:xfrm>
            <a:off x="6096002" y="619063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75%: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081785C-80E3-B32F-F495-8A5775E1BC59}"/>
              </a:ext>
            </a:extLst>
          </p:cNvPr>
          <p:cNvSpPr txBox="1"/>
          <p:nvPr/>
        </p:nvSpPr>
        <p:spPr>
          <a:xfrm>
            <a:off x="9093203" y="6191728"/>
            <a:ext cx="2988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98%: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84140D7-ED9E-7D9E-6973-65123D126A7E}"/>
              </a:ext>
            </a:extLst>
          </p:cNvPr>
          <p:cNvSpPr txBox="1"/>
          <p:nvPr/>
        </p:nvSpPr>
        <p:spPr>
          <a:xfrm>
            <a:off x="67729" y="6721540"/>
            <a:ext cx="300566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dirty="0"/>
              <a:t>STATUS: SETUP</a:t>
            </a:r>
          </a:p>
        </p:txBody>
      </p:sp>
    </p:spTree>
    <p:extLst>
      <p:ext uri="{BB962C8B-B14F-4D97-AF65-F5344CB8AC3E}">
        <p14:creationId xmlns:p14="http://schemas.microsoft.com/office/powerpoint/2010/main" val="3082798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381</Words>
  <Application>Microsoft Office PowerPoint</Application>
  <PresentationFormat>Widescreen</PresentationFormat>
  <Paragraphs>117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Custos</dc:creator>
  <cp:lastModifiedBy>Custos</cp:lastModifiedBy>
  <cp:revision>1</cp:revision>
  <cp:lastPrinted>2024-10-02T15:35:37Z</cp:lastPrinted>
  <dcterms:created xsi:type="dcterms:W3CDTF">2024-10-02T15:13:54Z</dcterms:created>
  <dcterms:modified xsi:type="dcterms:W3CDTF">2024-10-02T16:03:16Z</dcterms:modified>
</cp:coreProperties>
</file>