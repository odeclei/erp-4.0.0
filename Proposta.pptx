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88163" cy="100187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8" autoAdjust="0"/>
    <p:restoredTop sz="94660"/>
  </p:normalViewPr>
  <p:slideViewPr>
    <p:cSldViewPr snapToGrid="0">
      <p:cViewPr>
        <p:scale>
          <a:sx n="125" d="100"/>
          <a:sy n="125" d="100"/>
        </p:scale>
        <p:origin x="-636" y="-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571D0-7B2C-2F5F-2394-AFAFDEAB9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10EDC4-744A-9625-3994-D204476BA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EF3C6C-129B-736E-BD23-F584EC712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7511-F2D4-457D-94E9-CD7AD8A023DC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4B94F1-2532-4B5E-67C1-5FE9BF502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815EB9-CB2E-F224-42CE-1911B246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456ED-7926-4B52-BAC3-2A76BB8CD6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3960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F682F-97A9-AFE9-6748-66E12EF02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223E9B-C34E-76F4-D27F-D09025B29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07B8A2-562F-8F6D-DD12-2DCD69513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7511-F2D4-457D-94E9-CD7AD8A023DC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91F49C-C96A-E155-2F96-7965EA66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EDA893-DDAD-8D3D-A3B4-4F031CF14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456ED-7926-4B52-BAC3-2A76BB8CD6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904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AF4FC-801C-84F6-4E98-0B8164561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DC7B27-23CE-1481-385A-6E9F977B4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6DEEB-8055-9F52-FF0A-E275DA44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7511-F2D4-457D-94E9-CD7AD8A023DC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29076D-3582-F7CF-6F68-0218EC341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1A68A2-7ECA-EC82-8699-0C3731FC8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456ED-7926-4B52-BAC3-2A76BB8CD6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529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1599A-737D-05A4-F00D-D838444E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7743F0-AE50-7DEC-B609-8FD8F47733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822E44-38F0-6F28-D7E7-6427C114B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2E306C-F187-369F-4EFB-3303754F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7511-F2D4-457D-94E9-CD7AD8A023DC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6E0F62-4377-2A2D-F4E2-72B0D2B1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1CB25C-F880-0D39-A932-C47C6F69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456ED-7926-4B52-BAC3-2A76BB8CD6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91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36447-BC79-F8A7-E7F4-154AF5E0A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C4BD75-B689-B317-A12A-378EF230B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8855F5-F921-8CFB-CE95-77391E3DA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B11DB2B-297C-E087-33E3-8DAF955BDE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B58C1A7-2484-72DA-2DDF-E09DAC2DB5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1E217C8-6E38-28D0-2BAD-B7B8AB7C2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7511-F2D4-457D-94E9-CD7AD8A023DC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20F10D-5DB6-5063-9D5B-0B15B5F0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763348B-03C3-B53A-47D2-464ACC22B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456ED-7926-4B52-BAC3-2A76BB8CD6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77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B94F5-3C6C-95C4-4DEC-DAE1E7AD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02ADC20-64FB-0D33-5E21-983EFDF40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7511-F2D4-457D-94E9-CD7AD8A023DC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5C1BF-127F-D2C3-444A-089BAF193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62F91FF-AAAE-5DA1-3BBE-AC08A761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456ED-7926-4B52-BAC3-2A76BB8CD6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3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9295F40-2D51-C3CB-8642-27A1338D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7511-F2D4-457D-94E9-CD7AD8A023DC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2593728-294B-159D-EBFF-F07D81759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1EE525-8580-394F-51FC-FF069AB7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456ED-7926-4B52-BAC3-2A76BB8CD6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176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B9210-68BC-5B1D-4E17-F05FF70D2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C34D7-C161-C048-8545-556C93BDE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EAE771-DC37-4B73-54DD-BF7824644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CDC46F-D428-99D7-0727-7BE925717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7511-F2D4-457D-94E9-CD7AD8A023DC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692027-B282-8238-8B63-C9AF1731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E7E7B3-D030-A160-93EE-0E2E89A84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456ED-7926-4B52-BAC3-2A76BB8CD6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9467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55705-703C-0BE0-967A-19F677667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CD94E27-B3D3-3E17-DBFA-F441A1963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0AD1F1C-5A5A-D985-3D3D-7C91D12D3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93C6CB-9612-AED9-9394-86C0C3E6D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7511-F2D4-457D-94E9-CD7AD8A023DC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0A54CD-C144-1B45-C484-92607272C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2EB213-FCBB-2DB4-D333-17EE782B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456ED-7926-4B52-BAC3-2A76BB8CD6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4577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32ECC-0A95-16BB-195D-A6A3CE498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E3AD026-AA51-091F-DF8F-3DA475D94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64DF41-9023-084E-2ECC-FB078E8A7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7511-F2D4-457D-94E9-CD7AD8A023DC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DE79AF-D8AE-70B4-2DAB-D7B8C7B98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FE657F-937E-96AC-A247-1B403557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456ED-7926-4B52-BAC3-2A76BB8CD6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6347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07D592-F30F-CB4F-6719-2923875C40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6532DA0-F58A-3639-D664-5E15D874B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A506A2-5997-9288-73E6-1BD548CFF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D7511-F2D4-457D-94E9-CD7AD8A023DC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682E87-8FC5-2F3F-7F2A-F751E0E88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AF4087-0D38-8DFB-D176-409D891E5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456ED-7926-4B52-BAC3-2A76BB8CD6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53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F7DC3C-5659-A6A9-3EA2-7983446B2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6173C5-A26F-98B7-ABFA-87D845E16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359147-6786-6D60-26E2-2B46C17DCE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D7511-F2D4-457D-94E9-CD7AD8A023DC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B8D190-4E10-A7DF-AB94-B604C2A20A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515819-B7C0-EB46-004D-57C322AD8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456ED-7926-4B52-BAC3-2A76BB8CD6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73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05DE97-CCC1-6668-C86F-11D2731CFD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1CA05F-C597-4334-6091-A0630A436A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9669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5FF8B4-529A-22E6-0F83-AAC26F19D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Tela de Login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047286A-EF51-C83A-6FA1-A62CD660B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664"/>
          <a:stretch/>
        </p:blipFill>
        <p:spPr>
          <a:xfrm>
            <a:off x="1638300" y="2387599"/>
            <a:ext cx="8128134" cy="4256019"/>
          </a:xfrm>
        </p:spPr>
      </p:pic>
    </p:spTree>
    <p:extLst>
      <p:ext uri="{BB962C8B-B14F-4D97-AF65-F5344CB8AC3E}">
        <p14:creationId xmlns:p14="http://schemas.microsoft.com/office/powerpoint/2010/main" val="3477228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A3C72-27AC-35E1-A915-4EB6B0993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Tela Seleção de máquina</a:t>
            </a:r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297192D2-4BEB-F49A-38CC-B1469AA7FD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164"/>
          <a:stretch/>
        </p:blipFill>
        <p:spPr>
          <a:xfrm>
            <a:off x="954380" y="1536701"/>
            <a:ext cx="8812054" cy="4640262"/>
          </a:xfrm>
          <a:solidFill>
            <a:srgbClr val="FAFAFA"/>
          </a:solidFill>
        </p:spPr>
      </p:pic>
    </p:spTree>
    <p:extLst>
      <p:ext uri="{BB962C8B-B14F-4D97-AF65-F5344CB8AC3E}">
        <p14:creationId xmlns:p14="http://schemas.microsoft.com/office/powerpoint/2010/main" val="76044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39368-935C-9ED6-FF55-17545D85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Tela Apontamento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8B71246-78EF-26AF-F7DF-DE8781F3EB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164"/>
          <a:stretch/>
        </p:blipFill>
        <p:spPr>
          <a:xfrm>
            <a:off x="4965700" y="1271031"/>
            <a:ext cx="4727098" cy="2489201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0C2DEF7-65BB-52CC-90EF-B28508F388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296"/>
          <a:stretch/>
        </p:blipFill>
        <p:spPr>
          <a:xfrm>
            <a:off x="4965700" y="4007387"/>
            <a:ext cx="4727098" cy="248548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1D16CAB-0A84-C9C2-2FC2-962EB7C6C1D5}"/>
              </a:ext>
            </a:extLst>
          </p:cNvPr>
          <p:cNvSpPr txBox="1"/>
          <p:nvPr/>
        </p:nvSpPr>
        <p:spPr>
          <a:xfrm>
            <a:off x="952500" y="2146300"/>
            <a:ext cx="180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INICIAL - SETUP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39812A0-4565-C464-8849-822B601912CF}"/>
              </a:ext>
            </a:extLst>
          </p:cNvPr>
          <p:cNvSpPr txBox="1"/>
          <p:nvPr/>
        </p:nvSpPr>
        <p:spPr>
          <a:xfrm>
            <a:off x="952500" y="5065465"/>
            <a:ext cx="318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INICIAL – INICIO PRODUÇÃO</a:t>
            </a:r>
          </a:p>
        </p:txBody>
      </p:sp>
    </p:spTree>
    <p:extLst>
      <p:ext uri="{BB962C8B-B14F-4D97-AF65-F5344CB8AC3E}">
        <p14:creationId xmlns:p14="http://schemas.microsoft.com/office/powerpoint/2010/main" val="3427295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B235165-CF88-FB52-210C-6F5F6BC0A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0585"/>
          <a:stretch/>
        </p:blipFill>
        <p:spPr>
          <a:xfrm>
            <a:off x="5435042" y="2298700"/>
            <a:ext cx="5918758" cy="3111500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3F85DEC-DDD4-B9FF-CA03-0FC071713485}"/>
              </a:ext>
            </a:extLst>
          </p:cNvPr>
          <p:cNvSpPr txBox="1"/>
          <p:nvPr/>
        </p:nvSpPr>
        <p:spPr>
          <a:xfrm>
            <a:off x="1257300" y="3429000"/>
            <a:ext cx="405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FINAL – LANÇAMENTO DE QUANTIDADES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9E3BBEC-A858-318A-15DF-181280B3C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/>
              <a:t>Tela Apontamento</a:t>
            </a:r>
          </a:p>
        </p:txBody>
      </p:sp>
    </p:spTree>
    <p:extLst>
      <p:ext uri="{BB962C8B-B14F-4D97-AF65-F5344CB8AC3E}">
        <p14:creationId xmlns:p14="http://schemas.microsoft.com/office/powerpoint/2010/main" val="682731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50C57-EE00-9B56-F4CA-3C1A11CA8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PROPOSTA RELATORIOS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ADB282F1-8AD1-F7A1-5377-DAEF74B65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748" b="76285"/>
          <a:stretch/>
        </p:blipFill>
        <p:spPr>
          <a:xfrm>
            <a:off x="1054100" y="1410493"/>
            <a:ext cx="8224600" cy="583407"/>
          </a:xfr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D6614D2-83D4-919A-D855-1A182DBAEAFE}"/>
              </a:ext>
            </a:extLst>
          </p:cNvPr>
          <p:cNvSpPr/>
          <p:nvPr/>
        </p:nvSpPr>
        <p:spPr>
          <a:xfrm>
            <a:off x="1054100" y="1976966"/>
            <a:ext cx="8224600" cy="360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492420-7C14-6654-22F7-440C8163288B}"/>
              </a:ext>
            </a:extLst>
          </p:cNvPr>
          <p:cNvSpPr txBox="1"/>
          <p:nvPr/>
        </p:nvSpPr>
        <p:spPr>
          <a:xfrm>
            <a:off x="1371600" y="2269067"/>
            <a:ext cx="2489200" cy="37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Programações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305A195-6CD4-0D56-D3E8-12CE97396927}"/>
              </a:ext>
            </a:extLst>
          </p:cNvPr>
          <p:cNvSpPr/>
          <p:nvPr/>
        </p:nvSpPr>
        <p:spPr>
          <a:xfrm>
            <a:off x="1447800" y="2946400"/>
            <a:ext cx="7541098" cy="22944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F8C3230-504E-06B1-0C24-C21D5894247E}"/>
              </a:ext>
            </a:extLst>
          </p:cNvPr>
          <p:cNvSpPr txBox="1"/>
          <p:nvPr/>
        </p:nvSpPr>
        <p:spPr>
          <a:xfrm>
            <a:off x="1536699" y="3234079"/>
            <a:ext cx="66886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1001</a:t>
            </a:r>
          </a:p>
          <a:p>
            <a:r>
              <a:rPr lang="pt-BR" sz="1600" dirty="0"/>
              <a:t>1002</a:t>
            </a:r>
          </a:p>
          <a:p>
            <a:r>
              <a:rPr lang="pt-BR" sz="1600" dirty="0"/>
              <a:t>1003</a:t>
            </a:r>
          </a:p>
          <a:p>
            <a:r>
              <a:rPr lang="pt-BR" sz="1600" dirty="0"/>
              <a:t>.</a:t>
            </a:r>
          </a:p>
          <a:p>
            <a:r>
              <a:rPr lang="pt-BR" sz="1600" dirty="0"/>
              <a:t>.</a:t>
            </a:r>
          </a:p>
          <a:p>
            <a:r>
              <a:rPr lang="pt-BR" sz="1600" dirty="0"/>
              <a:t>.</a:t>
            </a:r>
          </a:p>
          <a:p>
            <a:endParaRPr lang="pt-BR" sz="1600" dirty="0"/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10A059F2-E646-7CA4-1C1F-3E73D79851CD}"/>
              </a:ext>
            </a:extLst>
          </p:cNvPr>
          <p:cNvCxnSpPr/>
          <p:nvPr/>
        </p:nvCxnSpPr>
        <p:spPr>
          <a:xfrm>
            <a:off x="1659467" y="3530600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09DD9B6-E3F0-4E95-DF5C-7EFA5A80FDFB}"/>
              </a:ext>
            </a:extLst>
          </p:cNvPr>
          <p:cNvCxnSpPr/>
          <p:nvPr/>
        </p:nvCxnSpPr>
        <p:spPr>
          <a:xfrm>
            <a:off x="1659467" y="3780366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7149BAA2-D467-94EC-767A-2E685D0E40CE}"/>
              </a:ext>
            </a:extLst>
          </p:cNvPr>
          <p:cNvCxnSpPr/>
          <p:nvPr/>
        </p:nvCxnSpPr>
        <p:spPr>
          <a:xfrm>
            <a:off x="1659467" y="4021666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C3A20BF3-66F9-AA84-AB98-C640D64BFD87}"/>
              </a:ext>
            </a:extLst>
          </p:cNvPr>
          <p:cNvCxnSpPr/>
          <p:nvPr/>
        </p:nvCxnSpPr>
        <p:spPr>
          <a:xfrm>
            <a:off x="1659467" y="4267200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6F343FA8-8C98-7402-0F0E-C80DE02A61D3}"/>
              </a:ext>
            </a:extLst>
          </p:cNvPr>
          <p:cNvCxnSpPr/>
          <p:nvPr/>
        </p:nvCxnSpPr>
        <p:spPr>
          <a:xfrm>
            <a:off x="1672166" y="4521200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B70E0633-16C2-7B04-5E84-D2EA02D9EA2C}"/>
              </a:ext>
            </a:extLst>
          </p:cNvPr>
          <p:cNvCxnSpPr/>
          <p:nvPr/>
        </p:nvCxnSpPr>
        <p:spPr>
          <a:xfrm>
            <a:off x="1672165" y="4792134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D2C3F06-CE1A-C9B7-725C-32EEA915BD49}"/>
              </a:ext>
            </a:extLst>
          </p:cNvPr>
          <p:cNvSpPr txBox="1"/>
          <p:nvPr/>
        </p:nvSpPr>
        <p:spPr>
          <a:xfrm>
            <a:off x="1507069" y="2946400"/>
            <a:ext cx="9948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Programação</a:t>
            </a:r>
            <a:endParaRPr lang="pt-BR" sz="12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CAE3279-6BE7-ECD9-2E25-374DEC45967A}"/>
              </a:ext>
            </a:extLst>
          </p:cNvPr>
          <p:cNvSpPr txBox="1"/>
          <p:nvPr/>
        </p:nvSpPr>
        <p:spPr>
          <a:xfrm>
            <a:off x="2500551" y="2951977"/>
            <a:ext cx="2112433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/>
              <a:t>Preparação</a:t>
            </a:r>
            <a:endParaRPr lang="pt-BR" sz="105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36A539B-7005-D386-D865-3FC3C4220995}"/>
              </a:ext>
            </a:extLst>
          </p:cNvPr>
          <p:cNvSpPr txBox="1"/>
          <p:nvPr/>
        </p:nvSpPr>
        <p:spPr>
          <a:xfrm>
            <a:off x="4676482" y="2946400"/>
            <a:ext cx="2112433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/>
              <a:t>Usinagem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7CFFACC-2301-375B-AD8E-D60588CDD2DC}"/>
              </a:ext>
            </a:extLst>
          </p:cNvPr>
          <p:cNvSpPr txBox="1"/>
          <p:nvPr/>
        </p:nvSpPr>
        <p:spPr>
          <a:xfrm>
            <a:off x="6844715" y="2956066"/>
            <a:ext cx="2112433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 err="1"/>
              <a:t>Lixação</a:t>
            </a:r>
            <a:endParaRPr lang="pt-BR" sz="1100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82BD2CB-7D08-FD14-D2FF-CD2D5823A5ED}"/>
              </a:ext>
            </a:extLst>
          </p:cNvPr>
          <p:cNvSpPr/>
          <p:nvPr/>
        </p:nvSpPr>
        <p:spPr>
          <a:xfrm>
            <a:off x="4690537" y="3289302"/>
            <a:ext cx="2112432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0E1E661-2E99-2EC5-2922-34261060A86B}"/>
              </a:ext>
            </a:extLst>
          </p:cNvPr>
          <p:cNvSpPr/>
          <p:nvPr/>
        </p:nvSpPr>
        <p:spPr>
          <a:xfrm>
            <a:off x="4692155" y="3289302"/>
            <a:ext cx="422487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088B78F-B435-2C46-5B7D-829A28617E36}"/>
              </a:ext>
            </a:extLst>
          </p:cNvPr>
          <p:cNvSpPr txBox="1"/>
          <p:nvPr/>
        </p:nvSpPr>
        <p:spPr>
          <a:xfrm>
            <a:off x="4702377" y="3273747"/>
            <a:ext cx="5796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D105C28-88D2-3E5C-7600-F60DD54206DF}"/>
              </a:ext>
            </a:extLst>
          </p:cNvPr>
          <p:cNvSpPr/>
          <p:nvPr/>
        </p:nvSpPr>
        <p:spPr>
          <a:xfrm>
            <a:off x="6858956" y="3289302"/>
            <a:ext cx="2112432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01C81DD3-53A5-9A32-4337-D90E5840996C}"/>
              </a:ext>
            </a:extLst>
          </p:cNvPr>
          <p:cNvSpPr/>
          <p:nvPr/>
        </p:nvSpPr>
        <p:spPr>
          <a:xfrm>
            <a:off x="6854224" y="3289302"/>
            <a:ext cx="316865" cy="20246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D08C59A-74D4-C84F-C8FD-5F81F5C82E51}"/>
              </a:ext>
            </a:extLst>
          </p:cNvPr>
          <p:cNvSpPr txBox="1"/>
          <p:nvPr/>
        </p:nvSpPr>
        <p:spPr>
          <a:xfrm>
            <a:off x="6815669" y="3262354"/>
            <a:ext cx="4410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15%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35744D2A-B4F1-D420-7A7C-55C3C3DE63E6}"/>
              </a:ext>
            </a:extLst>
          </p:cNvPr>
          <p:cNvSpPr/>
          <p:nvPr/>
        </p:nvSpPr>
        <p:spPr>
          <a:xfrm>
            <a:off x="2501449" y="3289302"/>
            <a:ext cx="2112433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2C668048-1E95-DAE4-D0F3-DF8B1EE5309A}"/>
              </a:ext>
            </a:extLst>
          </p:cNvPr>
          <p:cNvSpPr/>
          <p:nvPr/>
        </p:nvSpPr>
        <p:spPr>
          <a:xfrm>
            <a:off x="2509417" y="3289302"/>
            <a:ext cx="1267460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FBA25522-74DA-1B75-7CE9-A20BEB839FE3}"/>
              </a:ext>
            </a:extLst>
          </p:cNvPr>
          <p:cNvSpPr txBox="1"/>
          <p:nvPr/>
        </p:nvSpPr>
        <p:spPr>
          <a:xfrm>
            <a:off x="3085646" y="3271105"/>
            <a:ext cx="5444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60%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A1D94F9E-ED42-9D4D-D8E7-0E2BFBDE471F}"/>
              </a:ext>
            </a:extLst>
          </p:cNvPr>
          <p:cNvSpPr/>
          <p:nvPr/>
        </p:nvSpPr>
        <p:spPr>
          <a:xfrm>
            <a:off x="4690537" y="3549480"/>
            <a:ext cx="2112432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D4DB7780-0E72-3B25-F7D4-91670D44E3A9}"/>
              </a:ext>
            </a:extLst>
          </p:cNvPr>
          <p:cNvSpPr/>
          <p:nvPr/>
        </p:nvSpPr>
        <p:spPr>
          <a:xfrm>
            <a:off x="4692155" y="3549480"/>
            <a:ext cx="422487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75CB477-CB0E-B89B-8C3F-00722ACACF0B}"/>
              </a:ext>
            </a:extLst>
          </p:cNvPr>
          <p:cNvSpPr txBox="1"/>
          <p:nvPr/>
        </p:nvSpPr>
        <p:spPr>
          <a:xfrm>
            <a:off x="4702377" y="3540275"/>
            <a:ext cx="5796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BC91F1BB-A1D5-2D0C-88D0-225785C42FDA}"/>
              </a:ext>
            </a:extLst>
          </p:cNvPr>
          <p:cNvSpPr/>
          <p:nvPr/>
        </p:nvSpPr>
        <p:spPr>
          <a:xfrm>
            <a:off x="6858956" y="3549480"/>
            <a:ext cx="2112432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11A3001A-4936-293B-3769-8EF3AF73D03C}"/>
              </a:ext>
            </a:extLst>
          </p:cNvPr>
          <p:cNvSpPr/>
          <p:nvPr/>
        </p:nvSpPr>
        <p:spPr>
          <a:xfrm>
            <a:off x="6854224" y="3549480"/>
            <a:ext cx="316865" cy="20246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0167405-9884-4C86-0C5E-F0A687A9B680}"/>
              </a:ext>
            </a:extLst>
          </p:cNvPr>
          <p:cNvSpPr txBox="1"/>
          <p:nvPr/>
        </p:nvSpPr>
        <p:spPr>
          <a:xfrm>
            <a:off x="6815669" y="3528882"/>
            <a:ext cx="4410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15%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45652DCF-73D5-DEFD-8931-2D52F446A7C6}"/>
              </a:ext>
            </a:extLst>
          </p:cNvPr>
          <p:cNvSpPr/>
          <p:nvPr/>
        </p:nvSpPr>
        <p:spPr>
          <a:xfrm>
            <a:off x="2501449" y="3549480"/>
            <a:ext cx="2112433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FF1C4A0-A619-698B-15A5-E2DB4846FB3B}"/>
              </a:ext>
            </a:extLst>
          </p:cNvPr>
          <p:cNvSpPr/>
          <p:nvPr/>
        </p:nvSpPr>
        <p:spPr>
          <a:xfrm>
            <a:off x="2509417" y="3549480"/>
            <a:ext cx="1267460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038218D-E13C-2FD8-D2E4-B0CA476C797C}"/>
              </a:ext>
            </a:extLst>
          </p:cNvPr>
          <p:cNvSpPr txBox="1"/>
          <p:nvPr/>
        </p:nvSpPr>
        <p:spPr>
          <a:xfrm>
            <a:off x="3085646" y="3537633"/>
            <a:ext cx="5444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60%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72588CD8-D879-B6A1-89BC-8F875F02268A}"/>
              </a:ext>
            </a:extLst>
          </p:cNvPr>
          <p:cNvSpPr/>
          <p:nvPr/>
        </p:nvSpPr>
        <p:spPr>
          <a:xfrm>
            <a:off x="4690537" y="3803479"/>
            <a:ext cx="2112432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6AA7AFD6-4247-835A-B108-4A76DAE1A176}"/>
              </a:ext>
            </a:extLst>
          </p:cNvPr>
          <p:cNvSpPr/>
          <p:nvPr/>
        </p:nvSpPr>
        <p:spPr>
          <a:xfrm>
            <a:off x="4692155" y="3803479"/>
            <a:ext cx="422487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57BBE9F9-97D5-1CDC-1314-F6FA3A618A7F}"/>
              </a:ext>
            </a:extLst>
          </p:cNvPr>
          <p:cNvSpPr txBox="1"/>
          <p:nvPr/>
        </p:nvSpPr>
        <p:spPr>
          <a:xfrm>
            <a:off x="4702377" y="3794274"/>
            <a:ext cx="5796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B8DF441F-7087-12EE-446B-045EB9257A38}"/>
              </a:ext>
            </a:extLst>
          </p:cNvPr>
          <p:cNvSpPr/>
          <p:nvPr/>
        </p:nvSpPr>
        <p:spPr>
          <a:xfrm>
            <a:off x="6858956" y="3803479"/>
            <a:ext cx="2112432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C8F1AB6D-517A-244E-9CDA-F324E96CC008}"/>
              </a:ext>
            </a:extLst>
          </p:cNvPr>
          <p:cNvSpPr/>
          <p:nvPr/>
        </p:nvSpPr>
        <p:spPr>
          <a:xfrm>
            <a:off x="6854224" y="3803479"/>
            <a:ext cx="316865" cy="20246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BE5F9177-7295-D07B-8634-0CEA5BE810FF}"/>
              </a:ext>
            </a:extLst>
          </p:cNvPr>
          <p:cNvSpPr txBox="1"/>
          <p:nvPr/>
        </p:nvSpPr>
        <p:spPr>
          <a:xfrm>
            <a:off x="6815669" y="3782881"/>
            <a:ext cx="4410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15%</a:t>
            </a: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AE7B0169-F57F-8E17-F586-3AB620AC214D}"/>
              </a:ext>
            </a:extLst>
          </p:cNvPr>
          <p:cNvSpPr/>
          <p:nvPr/>
        </p:nvSpPr>
        <p:spPr>
          <a:xfrm>
            <a:off x="2501449" y="3803479"/>
            <a:ext cx="2112433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086DD82E-22DC-9B4A-BB66-C8C3698D30D4}"/>
              </a:ext>
            </a:extLst>
          </p:cNvPr>
          <p:cNvSpPr/>
          <p:nvPr/>
        </p:nvSpPr>
        <p:spPr>
          <a:xfrm>
            <a:off x="2509417" y="3803479"/>
            <a:ext cx="1267460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0B80B9BD-2217-C996-C901-E856D0423144}"/>
              </a:ext>
            </a:extLst>
          </p:cNvPr>
          <p:cNvSpPr txBox="1"/>
          <p:nvPr/>
        </p:nvSpPr>
        <p:spPr>
          <a:xfrm>
            <a:off x="3085646" y="3791632"/>
            <a:ext cx="5444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60%</a:t>
            </a:r>
          </a:p>
        </p:txBody>
      </p:sp>
    </p:spTree>
    <p:extLst>
      <p:ext uri="{BB962C8B-B14F-4D97-AF65-F5344CB8AC3E}">
        <p14:creationId xmlns:p14="http://schemas.microsoft.com/office/powerpoint/2010/main" val="4064559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50C57-EE00-9B56-F4CA-3C1A11CA8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PROPOSTA RELATORIOS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ADB282F1-8AD1-F7A1-5377-DAEF74B65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748" b="76285"/>
          <a:stretch/>
        </p:blipFill>
        <p:spPr>
          <a:xfrm>
            <a:off x="1054100" y="1410493"/>
            <a:ext cx="8224600" cy="583407"/>
          </a:xfr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D6614D2-83D4-919A-D855-1A182DBAEAFE}"/>
              </a:ext>
            </a:extLst>
          </p:cNvPr>
          <p:cNvSpPr/>
          <p:nvPr/>
        </p:nvSpPr>
        <p:spPr>
          <a:xfrm>
            <a:off x="1054100" y="1976966"/>
            <a:ext cx="8224600" cy="360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492420-7C14-6654-22F7-440C8163288B}"/>
              </a:ext>
            </a:extLst>
          </p:cNvPr>
          <p:cNvSpPr txBox="1"/>
          <p:nvPr/>
        </p:nvSpPr>
        <p:spPr>
          <a:xfrm>
            <a:off x="1371600" y="2269067"/>
            <a:ext cx="488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Programação 1001 – Detalhamento Programação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305A195-6CD4-0D56-D3E8-12CE97396927}"/>
              </a:ext>
            </a:extLst>
          </p:cNvPr>
          <p:cNvSpPr/>
          <p:nvPr/>
        </p:nvSpPr>
        <p:spPr>
          <a:xfrm>
            <a:off x="1447800" y="2946400"/>
            <a:ext cx="7541098" cy="22944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F8C3230-504E-06B1-0C24-C21D5894247E}"/>
              </a:ext>
            </a:extLst>
          </p:cNvPr>
          <p:cNvSpPr txBox="1"/>
          <p:nvPr/>
        </p:nvSpPr>
        <p:spPr>
          <a:xfrm>
            <a:off x="1536699" y="3234079"/>
            <a:ext cx="35839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Poltrona Winston</a:t>
            </a:r>
          </a:p>
          <a:p>
            <a:r>
              <a:rPr lang="pt-BR" sz="1600" dirty="0"/>
              <a:t>Carro Bar Corano</a:t>
            </a:r>
          </a:p>
          <a:p>
            <a:r>
              <a:rPr lang="pt-BR" sz="1600" dirty="0"/>
              <a:t>Sofá Jerome</a:t>
            </a:r>
          </a:p>
          <a:p>
            <a:r>
              <a:rPr lang="pt-BR" sz="1600" dirty="0"/>
              <a:t>.</a:t>
            </a:r>
          </a:p>
          <a:p>
            <a:r>
              <a:rPr lang="pt-BR" sz="1600" dirty="0"/>
              <a:t>.</a:t>
            </a:r>
          </a:p>
          <a:p>
            <a:r>
              <a:rPr lang="pt-BR" sz="1600" dirty="0"/>
              <a:t>.</a:t>
            </a:r>
          </a:p>
          <a:p>
            <a:endParaRPr lang="pt-BR" sz="1600" dirty="0"/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10A059F2-E646-7CA4-1C1F-3E73D79851CD}"/>
              </a:ext>
            </a:extLst>
          </p:cNvPr>
          <p:cNvCxnSpPr/>
          <p:nvPr/>
        </p:nvCxnSpPr>
        <p:spPr>
          <a:xfrm>
            <a:off x="1659467" y="3530600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09DD9B6-E3F0-4E95-DF5C-7EFA5A80FDFB}"/>
              </a:ext>
            </a:extLst>
          </p:cNvPr>
          <p:cNvCxnSpPr/>
          <p:nvPr/>
        </p:nvCxnSpPr>
        <p:spPr>
          <a:xfrm>
            <a:off x="1659467" y="3780366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7149BAA2-D467-94EC-767A-2E685D0E40CE}"/>
              </a:ext>
            </a:extLst>
          </p:cNvPr>
          <p:cNvCxnSpPr/>
          <p:nvPr/>
        </p:nvCxnSpPr>
        <p:spPr>
          <a:xfrm>
            <a:off x="1659467" y="4021666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C3A20BF3-66F9-AA84-AB98-C640D64BFD87}"/>
              </a:ext>
            </a:extLst>
          </p:cNvPr>
          <p:cNvCxnSpPr/>
          <p:nvPr/>
        </p:nvCxnSpPr>
        <p:spPr>
          <a:xfrm>
            <a:off x="1659467" y="4267200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6F343FA8-8C98-7402-0F0E-C80DE02A61D3}"/>
              </a:ext>
            </a:extLst>
          </p:cNvPr>
          <p:cNvCxnSpPr/>
          <p:nvPr/>
        </p:nvCxnSpPr>
        <p:spPr>
          <a:xfrm>
            <a:off x="1672166" y="4521200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B70E0633-16C2-7B04-5E84-D2EA02D9EA2C}"/>
              </a:ext>
            </a:extLst>
          </p:cNvPr>
          <p:cNvCxnSpPr/>
          <p:nvPr/>
        </p:nvCxnSpPr>
        <p:spPr>
          <a:xfrm>
            <a:off x="1672165" y="4792134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D2C3F06-CE1A-C9B7-725C-32EEA915BD49}"/>
              </a:ext>
            </a:extLst>
          </p:cNvPr>
          <p:cNvSpPr txBox="1"/>
          <p:nvPr/>
        </p:nvSpPr>
        <p:spPr>
          <a:xfrm>
            <a:off x="1507069" y="2946400"/>
            <a:ext cx="9948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Item</a:t>
            </a:r>
            <a:endParaRPr lang="pt-BR" sz="12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CAE3279-6BE7-ECD9-2E25-374DEC45967A}"/>
              </a:ext>
            </a:extLst>
          </p:cNvPr>
          <p:cNvSpPr txBox="1"/>
          <p:nvPr/>
        </p:nvSpPr>
        <p:spPr>
          <a:xfrm>
            <a:off x="5323986" y="2962650"/>
            <a:ext cx="1138264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/>
              <a:t>Preparação</a:t>
            </a:r>
            <a:endParaRPr lang="pt-BR" sz="105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36A539B-7005-D386-D865-3FC3C4220995}"/>
              </a:ext>
            </a:extLst>
          </p:cNvPr>
          <p:cNvSpPr txBox="1"/>
          <p:nvPr/>
        </p:nvSpPr>
        <p:spPr>
          <a:xfrm>
            <a:off x="6572955" y="2955851"/>
            <a:ext cx="1138264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/>
              <a:t>Usinagem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7CFFACC-2301-375B-AD8E-D60588CDD2DC}"/>
              </a:ext>
            </a:extLst>
          </p:cNvPr>
          <p:cNvSpPr txBox="1"/>
          <p:nvPr/>
        </p:nvSpPr>
        <p:spPr>
          <a:xfrm>
            <a:off x="7818884" y="2956066"/>
            <a:ext cx="1138264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 err="1"/>
              <a:t>Lixação</a:t>
            </a:r>
            <a:endParaRPr lang="pt-BR" sz="1100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82BD2CB-7D08-FD14-D2FF-CD2D5823A5ED}"/>
              </a:ext>
            </a:extLst>
          </p:cNvPr>
          <p:cNvSpPr/>
          <p:nvPr/>
        </p:nvSpPr>
        <p:spPr>
          <a:xfrm>
            <a:off x="6587009" y="3298753"/>
            <a:ext cx="1138263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0E1E661-2E99-2EC5-2922-34261060A86B}"/>
              </a:ext>
            </a:extLst>
          </p:cNvPr>
          <p:cNvSpPr/>
          <p:nvPr/>
        </p:nvSpPr>
        <p:spPr>
          <a:xfrm>
            <a:off x="6585710" y="3303354"/>
            <a:ext cx="227653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088B78F-B435-2C46-5B7D-829A28617E36}"/>
              </a:ext>
            </a:extLst>
          </p:cNvPr>
          <p:cNvSpPr txBox="1"/>
          <p:nvPr/>
        </p:nvSpPr>
        <p:spPr>
          <a:xfrm>
            <a:off x="5581076" y="3274939"/>
            <a:ext cx="5372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D105C28-88D2-3E5C-7600-F60DD54206DF}"/>
              </a:ext>
            </a:extLst>
          </p:cNvPr>
          <p:cNvSpPr/>
          <p:nvPr/>
        </p:nvSpPr>
        <p:spPr>
          <a:xfrm>
            <a:off x="7833124" y="3289302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01C81DD3-53A5-9A32-4337-D90E5840996C}"/>
              </a:ext>
            </a:extLst>
          </p:cNvPr>
          <p:cNvSpPr/>
          <p:nvPr/>
        </p:nvSpPr>
        <p:spPr>
          <a:xfrm>
            <a:off x="7833124" y="3288843"/>
            <a:ext cx="170740" cy="20246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D08C59A-74D4-C84F-C8FD-5F81F5C82E51}"/>
              </a:ext>
            </a:extLst>
          </p:cNvPr>
          <p:cNvSpPr txBox="1"/>
          <p:nvPr/>
        </p:nvSpPr>
        <p:spPr>
          <a:xfrm>
            <a:off x="7747606" y="3288529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15%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35744D2A-B4F1-D420-7A7C-55C3C3DE63E6}"/>
              </a:ext>
            </a:extLst>
          </p:cNvPr>
          <p:cNvSpPr/>
          <p:nvPr/>
        </p:nvSpPr>
        <p:spPr>
          <a:xfrm>
            <a:off x="5324884" y="3299975"/>
            <a:ext cx="1138264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2C668048-1E95-DAE4-D0F3-DF8B1EE5309A}"/>
              </a:ext>
            </a:extLst>
          </p:cNvPr>
          <p:cNvSpPr/>
          <p:nvPr/>
        </p:nvSpPr>
        <p:spPr>
          <a:xfrm>
            <a:off x="5329085" y="3304944"/>
            <a:ext cx="682959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FBA25522-74DA-1B75-7CE9-A20BEB839FE3}"/>
              </a:ext>
            </a:extLst>
          </p:cNvPr>
          <p:cNvSpPr txBox="1"/>
          <p:nvPr/>
        </p:nvSpPr>
        <p:spPr>
          <a:xfrm>
            <a:off x="5396694" y="3290360"/>
            <a:ext cx="4588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60%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A1D94F9E-ED42-9D4D-D8E7-0E2BFBDE471F}"/>
              </a:ext>
            </a:extLst>
          </p:cNvPr>
          <p:cNvSpPr/>
          <p:nvPr/>
        </p:nvSpPr>
        <p:spPr>
          <a:xfrm>
            <a:off x="6587009" y="3558931"/>
            <a:ext cx="1138263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D4DB7780-0E72-3B25-F7D4-91670D44E3A9}"/>
              </a:ext>
            </a:extLst>
          </p:cNvPr>
          <p:cNvSpPr/>
          <p:nvPr/>
        </p:nvSpPr>
        <p:spPr>
          <a:xfrm>
            <a:off x="6587009" y="3559840"/>
            <a:ext cx="227653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75CB477-CB0E-B89B-8C3F-00722ACACF0B}"/>
              </a:ext>
            </a:extLst>
          </p:cNvPr>
          <p:cNvSpPr txBox="1"/>
          <p:nvPr/>
        </p:nvSpPr>
        <p:spPr>
          <a:xfrm>
            <a:off x="5584884" y="3537461"/>
            <a:ext cx="5227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BC91F1BB-A1D5-2D0C-88D0-225785C42FDA}"/>
              </a:ext>
            </a:extLst>
          </p:cNvPr>
          <p:cNvSpPr/>
          <p:nvPr/>
        </p:nvSpPr>
        <p:spPr>
          <a:xfrm>
            <a:off x="7833124" y="3549480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11A3001A-4936-293B-3769-8EF3AF73D03C}"/>
              </a:ext>
            </a:extLst>
          </p:cNvPr>
          <p:cNvSpPr/>
          <p:nvPr/>
        </p:nvSpPr>
        <p:spPr>
          <a:xfrm>
            <a:off x="7833124" y="3549021"/>
            <a:ext cx="170740" cy="20246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0167405-9884-4C86-0C5E-F0A687A9B680}"/>
              </a:ext>
            </a:extLst>
          </p:cNvPr>
          <p:cNvSpPr txBox="1"/>
          <p:nvPr/>
        </p:nvSpPr>
        <p:spPr>
          <a:xfrm>
            <a:off x="7747606" y="3555057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15%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45652DCF-73D5-DEFD-8931-2D52F446A7C6}"/>
              </a:ext>
            </a:extLst>
          </p:cNvPr>
          <p:cNvSpPr/>
          <p:nvPr/>
        </p:nvSpPr>
        <p:spPr>
          <a:xfrm>
            <a:off x="5324884" y="3560153"/>
            <a:ext cx="1138264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FF1C4A0-A619-698B-15A5-E2DB4846FB3B}"/>
              </a:ext>
            </a:extLst>
          </p:cNvPr>
          <p:cNvSpPr/>
          <p:nvPr/>
        </p:nvSpPr>
        <p:spPr>
          <a:xfrm>
            <a:off x="5327728" y="3560152"/>
            <a:ext cx="682959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038218D-E13C-2FD8-D2E4-B0CA476C797C}"/>
              </a:ext>
            </a:extLst>
          </p:cNvPr>
          <p:cNvSpPr txBox="1"/>
          <p:nvPr/>
        </p:nvSpPr>
        <p:spPr>
          <a:xfrm>
            <a:off x="5383363" y="3557007"/>
            <a:ext cx="4401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60%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72588CD8-D879-B6A1-89BC-8F875F02268A}"/>
              </a:ext>
            </a:extLst>
          </p:cNvPr>
          <p:cNvSpPr/>
          <p:nvPr/>
        </p:nvSpPr>
        <p:spPr>
          <a:xfrm>
            <a:off x="6587009" y="3812930"/>
            <a:ext cx="1138263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6AA7AFD6-4247-835A-B108-4A76DAE1A176}"/>
              </a:ext>
            </a:extLst>
          </p:cNvPr>
          <p:cNvSpPr/>
          <p:nvPr/>
        </p:nvSpPr>
        <p:spPr>
          <a:xfrm>
            <a:off x="6585709" y="3812875"/>
            <a:ext cx="227653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57BBE9F9-97D5-1CDC-1314-F6FA3A618A7F}"/>
              </a:ext>
            </a:extLst>
          </p:cNvPr>
          <p:cNvSpPr txBox="1"/>
          <p:nvPr/>
        </p:nvSpPr>
        <p:spPr>
          <a:xfrm>
            <a:off x="5581076" y="3783911"/>
            <a:ext cx="5044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B8DF441F-7087-12EE-446B-045EB9257A38}"/>
              </a:ext>
            </a:extLst>
          </p:cNvPr>
          <p:cNvSpPr/>
          <p:nvPr/>
        </p:nvSpPr>
        <p:spPr>
          <a:xfrm>
            <a:off x="7833124" y="3803479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C8F1AB6D-517A-244E-9CDA-F324E96CC008}"/>
              </a:ext>
            </a:extLst>
          </p:cNvPr>
          <p:cNvSpPr/>
          <p:nvPr/>
        </p:nvSpPr>
        <p:spPr>
          <a:xfrm>
            <a:off x="7833124" y="3803020"/>
            <a:ext cx="170740" cy="20246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BE5F9177-7295-D07B-8634-0CEA5BE810FF}"/>
              </a:ext>
            </a:extLst>
          </p:cNvPr>
          <p:cNvSpPr txBox="1"/>
          <p:nvPr/>
        </p:nvSpPr>
        <p:spPr>
          <a:xfrm>
            <a:off x="7747606" y="3809056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15%</a:t>
            </a: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AE7B0169-F57F-8E17-F586-3AB620AC214D}"/>
              </a:ext>
            </a:extLst>
          </p:cNvPr>
          <p:cNvSpPr/>
          <p:nvPr/>
        </p:nvSpPr>
        <p:spPr>
          <a:xfrm>
            <a:off x="5324884" y="3814152"/>
            <a:ext cx="1138264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086DD82E-22DC-9B4A-BB66-C8C3698D30D4}"/>
              </a:ext>
            </a:extLst>
          </p:cNvPr>
          <p:cNvSpPr/>
          <p:nvPr/>
        </p:nvSpPr>
        <p:spPr>
          <a:xfrm>
            <a:off x="5336882" y="3813692"/>
            <a:ext cx="682959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0B80B9BD-2217-C996-C901-E856D0423144}"/>
              </a:ext>
            </a:extLst>
          </p:cNvPr>
          <p:cNvSpPr txBox="1"/>
          <p:nvPr/>
        </p:nvSpPr>
        <p:spPr>
          <a:xfrm>
            <a:off x="5372971" y="3789183"/>
            <a:ext cx="4401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60%</a:t>
            </a:r>
          </a:p>
        </p:txBody>
      </p:sp>
    </p:spTree>
    <p:extLst>
      <p:ext uri="{BB962C8B-B14F-4D97-AF65-F5344CB8AC3E}">
        <p14:creationId xmlns:p14="http://schemas.microsoft.com/office/powerpoint/2010/main" val="633673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50C57-EE00-9B56-F4CA-3C1A11CA8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PROPOSTA RELATORIOS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ADB282F1-8AD1-F7A1-5377-DAEF74B65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748" b="76285"/>
          <a:stretch/>
        </p:blipFill>
        <p:spPr>
          <a:xfrm>
            <a:off x="1054100" y="1410493"/>
            <a:ext cx="8224600" cy="583407"/>
          </a:xfr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D6614D2-83D4-919A-D855-1A182DBAEAFE}"/>
              </a:ext>
            </a:extLst>
          </p:cNvPr>
          <p:cNvSpPr/>
          <p:nvPr/>
        </p:nvSpPr>
        <p:spPr>
          <a:xfrm>
            <a:off x="1054100" y="1976966"/>
            <a:ext cx="8224600" cy="360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492420-7C14-6654-22F7-440C8163288B}"/>
              </a:ext>
            </a:extLst>
          </p:cNvPr>
          <p:cNvSpPr txBox="1"/>
          <p:nvPr/>
        </p:nvSpPr>
        <p:spPr>
          <a:xfrm>
            <a:off x="1371600" y="2269067"/>
            <a:ext cx="4279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Programação 1001  – Detalhamento Item:</a:t>
            </a:r>
          </a:p>
          <a:p>
            <a:r>
              <a:rPr lang="pt-BR" dirty="0"/>
              <a:t>Poltrona Winston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305A195-6CD4-0D56-D3E8-12CE97396927}"/>
              </a:ext>
            </a:extLst>
          </p:cNvPr>
          <p:cNvSpPr/>
          <p:nvPr/>
        </p:nvSpPr>
        <p:spPr>
          <a:xfrm>
            <a:off x="1447800" y="2946400"/>
            <a:ext cx="7541098" cy="22944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F8C3230-504E-06B1-0C24-C21D5894247E}"/>
              </a:ext>
            </a:extLst>
          </p:cNvPr>
          <p:cNvSpPr txBox="1"/>
          <p:nvPr/>
        </p:nvSpPr>
        <p:spPr>
          <a:xfrm>
            <a:off x="1536699" y="3234079"/>
            <a:ext cx="35839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Peça 1</a:t>
            </a:r>
          </a:p>
          <a:p>
            <a:r>
              <a:rPr lang="pt-BR" sz="1600" dirty="0"/>
              <a:t>Peça 2</a:t>
            </a:r>
          </a:p>
          <a:p>
            <a:r>
              <a:rPr lang="pt-BR" sz="1600" dirty="0"/>
              <a:t>Peça 3</a:t>
            </a:r>
          </a:p>
          <a:p>
            <a:r>
              <a:rPr lang="pt-BR" sz="1600" dirty="0"/>
              <a:t>.</a:t>
            </a:r>
          </a:p>
          <a:p>
            <a:r>
              <a:rPr lang="pt-BR" sz="1600" dirty="0"/>
              <a:t>.</a:t>
            </a:r>
          </a:p>
          <a:p>
            <a:r>
              <a:rPr lang="pt-BR" sz="1600" dirty="0"/>
              <a:t>.</a:t>
            </a:r>
          </a:p>
          <a:p>
            <a:endParaRPr lang="pt-BR" sz="1600" dirty="0"/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10A059F2-E646-7CA4-1C1F-3E73D79851CD}"/>
              </a:ext>
            </a:extLst>
          </p:cNvPr>
          <p:cNvCxnSpPr/>
          <p:nvPr/>
        </p:nvCxnSpPr>
        <p:spPr>
          <a:xfrm>
            <a:off x="1659467" y="3530600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09DD9B6-E3F0-4E95-DF5C-7EFA5A80FDFB}"/>
              </a:ext>
            </a:extLst>
          </p:cNvPr>
          <p:cNvCxnSpPr/>
          <p:nvPr/>
        </p:nvCxnSpPr>
        <p:spPr>
          <a:xfrm>
            <a:off x="1659467" y="3780366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7149BAA2-D467-94EC-767A-2E685D0E40CE}"/>
              </a:ext>
            </a:extLst>
          </p:cNvPr>
          <p:cNvCxnSpPr/>
          <p:nvPr/>
        </p:nvCxnSpPr>
        <p:spPr>
          <a:xfrm>
            <a:off x="1659467" y="4021666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C3A20BF3-66F9-AA84-AB98-C640D64BFD87}"/>
              </a:ext>
            </a:extLst>
          </p:cNvPr>
          <p:cNvCxnSpPr/>
          <p:nvPr/>
        </p:nvCxnSpPr>
        <p:spPr>
          <a:xfrm>
            <a:off x="1659467" y="4267200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6F343FA8-8C98-7402-0F0E-C80DE02A61D3}"/>
              </a:ext>
            </a:extLst>
          </p:cNvPr>
          <p:cNvCxnSpPr/>
          <p:nvPr/>
        </p:nvCxnSpPr>
        <p:spPr>
          <a:xfrm>
            <a:off x="1672166" y="4521200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B70E0633-16C2-7B04-5E84-D2EA02D9EA2C}"/>
              </a:ext>
            </a:extLst>
          </p:cNvPr>
          <p:cNvCxnSpPr/>
          <p:nvPr/>
        </p:nvCxnSpPr>
        <p:spPr>
          <a:xfrm>
            <a:off x="1672165" y="4792134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D2C3F06-CE1A-C9B7-725C-32EEA915BD49}"/>
              </a:ext>
            </a:extLst>
          </p:cNvPr>
          <p:cNvSpPr txBox="1"/>
          <p:nvPr/>
        </p:nvSpPr>
        <p:spPr>
          <a:xfrm>
            <a:off x="1507069" y="2946400"/>
            <a:ext cx="9948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Item</a:t>
            </a:r>
            <a:endParaRPr lang="pt-BR" sz="12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CAE3279-6BE7-ECD9-2E25-374DEC45967A}"/>
              </a:ext>
            </a:extLst>
          </p:cNvPr>
          <p:cNvSpPr txBox="1"/>
          <p:nvPr/>
        </p:nvSpPr>
        <p:spPr>
          <a:xfrm>
            <a:off x="5323986" y="2962650"/>
            <a:ext cx="1138264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/>
              <a:t>Preparação</a:t>
            </a:r>
            <a:endParaRPr lang="pt-BR" sz="105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36A539B-7005-D386-D865-3FC3C4220995}"/>
              </a:ext>
            </a:extLst>
          </p:cNvPr>
          <p:cNvSpPr txBox="1"/>
          <p:nvPr/>
        </p:nvSpPr>
        <p:spPr>
          <a:xfrm>
            <a:off x="6572955" y="2955851"/>
            <a:ext cx="1138264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/>
              <a:t>Usinagem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7CFFACC-2301-375B-AD8E-D60588CDD2DC}"/>
              </a:ext>
            </a:extLst>
          </p:cNvPr>
          <p:cNvSpPr txBox="1"/>
          <p:nvPr/>
        </p:nvSpPr>
        <p:spPr>
          <a:xfrm>
            <a:off x="7818884" y="2956066"/>
            <a:ext cx="1138264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 err="1"/>
              <a:t>Lixação</a:t>
            </a:r>
            <a:endParaRPr lang="pt-BR" sz="1100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82BD2CB-7D08-FD14-D2FF-CD2D5823A5ED}"/>
              </a:ext>
            </a:extLst>
          </p:cNvPr>
          <p:cNvSpPr/>
          <p:nvPr/>
        </p:nvSpPr>
        <p:spPr>
          <a:xfrm>
            <a:off x="6587009" y="3298753"/>
            <a:ext cx="1138263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0E1E661-2E99-2EC5-2922-34261060A86B}"/>
              </a:ext>
            </a:extLst>
          </p:cNvPr>
          <p:cNvSpPr/>
          <p:nvPr/>
        </p:nvSpPr>
        <p:spPr>
          <a:xfrm>
            <a:off x="6585710" y="3303354"/>
            <a:ext cx="227653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088B78F-B435-2C46-5B7D-829A28617E36}"/>
              </a:ext>
            </a:extLst>
          </p:cNvPr>
          <p:cNvSpPr txBox="1"/>
          <p:nvPr/>
        </p:nvSpPr>
        <p:spPr>
          <a:xfrm>
            <a:off x="5581076" y="3274939"/>
            <a:ext cx="5372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D105C28-88D2-3E5C-7600-F60DD54206DF}"/>
              </a:ext>
            </a:extLst>
          </p:cNvPr>
          <p:cNvSpPr/>
          <p:nvPr/>
        </p:nvSpPr>
        <p:spPr>
          <a:xfrm>
            <a:off x="7833124" y="3289302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01C81DD3-53A5-9A32-4337-D90E5840996C}"/>
              </a:ext>
            </a:extLst>
          </p:cNvPr>
          <p:cNvSpPr/>
          <p:nvPr/>
        </p:nvSpPr>
        <p:spPr>
          <a:xfrm>
            <a:off x="7833124" y="3288843"/>
            <a:ext cx="170740" cy="20246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D08C59A-74D4-C84F-C8FD-5F81F5C82E51}"/>
              </a:ext>
            </a:extLst>
          </p:cNvPr>
          <p:cNvSpPr txBox="1"/>
          <p:nvPr/>
        </p:nvSpPr>
        <p:spPr>
          <a:xfrm>
            <a:off x="7747606" y="3288529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15%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35744D2A-B4F1-D420-7A7C-55C3C3DE63E6}"/>
              </a:ext>
            </a:extLst>
          </p:cNvPr>
          <p:cNvSpPr/>
          <p:nvPr/>
        </p:nvSpPr>
        <p:spPr>
          <a:xfrm>
            <a:off x="5324884" y="3299975"/>
            <a:ext cx="1138264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2C668048-1E95-DAE4-D0F3-DF8B1EE5309A}"/>
              </a:ext>
            </a:extLst>
          </p:cNvPr>
          <p:cNvSpPr/>
          <p:nvPr/>
        </p:nvSpPr>
        <p:spPr>
          <a:xfrm>
            <a:off x="5329085" y="3304944"/>
            <a:ext cx="682959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FBA25522-74DA-1B75-7CE9-A20BEB839FE3}"/>
              </a:ext>
            </a:extLst>
          </p:cNvPr>
          <p:cNvSpPr txBox="1"/>
          <p:nvPr/>
        </p:nvSpPr>
        <p:spPr>
          <a:xfrm>
            <a:off x="5396694" y="3290360"/>
            <a:ext cx="4588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60%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A1D94F9E-ED42-9D4D-D8E7-0E2BFBDE471F}"/>
              </a:ext>
            </a:extLst>
          </p:cNvPr>
          <p:cNvSpPr/>
          <p:nvPr/>
        </p:nvSpPr>
        <p:spPr>
          <a:xfrm>
            <a:off x="6587009" y="3558931"/>
            <a:ext cx="1138263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D4DB7780-0E72-3B25-F7D4-91670D44E3A9}"/>
              </a:ext>
            </a:extLst>
          </p:cNvPr>
          <p:cNvSpPr/>
          <p:nvPr/>
        </p:nvSpPr>
        <p:spPr>
          <a:xfrm>
            <a:off x="6587009" y="3559840"/>
            <a:ext cx="227653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75CB477-CB0E-B89B-8C3F-00722ACACF0B}"/>
              </a:ext>
            </a:extLst>
          </p:cNvPr>
          <p:cNvSpPr txBox="1"/>
          <p:nvPr/>
        </p:nvSpPr>
        <p:spPr>
          <a:xfrm>
            <a:off x="5584884" y="3537461"/>
            <a:ext cx="5227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BC91F1BB-A1D5-2D0C-88D0-225785C42FDA}"/>
              </a:ext>
            </a:extLst>
          </p:cNvPr>
          <p:cNvSpPr/>
          <p:nvPr/>
        </p:nvSpPr>
        <p:spPr>
          <a:xfrm>
            <a:off x="7833124" y="3549480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11A3001A-4936-293B-3769-8EF3AF73D03C}"/>
              </a:ext>
            </a:extLst>
          </p:cNvPr>
          <p:cNvSpPr/>
          <p:nvPr/>
        </p:nvSpPr>
        <p:spPr>
          <a:xfrm>
            <a:off x="7833124" y="3549021"/>
            <a:ext cx="170740" cy="20246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0167405-9884-4C86-0C5E-F0A687A9B680}"/>
              </a:ext>
            </a:extLst>
          </p:cNvPr>
          <p:cNvSpPr txBox="1"/>
          <p:nvPr/>
        </p:nvSpPr>
        <p:spPr>
          <a:xfrm>
            <a:off x="7747606" y="3555057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15%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45652DCF-73D5-DEFD-8931-2D52F446A7C6}"/>
              </a:ext>
            </a:extLst>
          </p:cNvPr>
          <p:cNvSpPr/>
          <p:nvPr/>
        </p:nvSpPr>
        <p:spPr>
          <a:xfrm>
            <a:off x="5324884" y="3560153"/>
            <a:ext cx="1138264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FF1C4A0-A619-698B-15A5-E2DB4846FB3B}"/>
              </a:ext>
            </a:extLst>
          </p:cNvPr>
          <p:cNvSpPr/>
          <p:nvPr/>
        </p:nvSpPr>
        <p:spPr>
          <a:xfrm>
            <a:off x="5327728" y="3560152"/>
            <a:ext cx="682959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038218D-E13C-2FD8-D2E4-B0CA476C797C}"/>
              </a:ext>
            </a:extLst>
          </p:cNvPr>
          <p:cNvSpPr txBox="1"/>
          <p:nvPr/>
        </p:nvSpPr>
        <p:spPr>
          <a:xfrm>
            <a:off x="5383363" y="3557007"/>
            <a:ext cx="4401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60%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72588CD8-D879-B6A1-89BC-8F875F02268A}"/>
              </a:ext>
            </a:extLst>
          </p:cNvPr>
          <p:cNvSpPr/>
          <p:nvPr/>
        </p:nvSpPr>
        <p:spPr>
          <a:xfrm>
            <a:off x="6587009" y="3812930"/>
            <a:ext cx="1138263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6AA7AFD6-4247-835A-B108-4A76DAE1A176}"/>
              </a:ext>
            </a:extLst>
          </p:cNvPr>
          <p:cNvSpPr/>
          <p:nvPr/>
        </p:nvSpPr>
        <p:spPr>
          <a:xfrm>
            <a:off x="6585709" y="3812875"/>
            <a:ext cx="227653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57BBE9F9-97D5-1CDC-1314-F6FA3A618A7F}"/>
              </a:ext>
            </a:extLst>
          </p:cNvPr>
          <p:cNvSpPr txBox="1"/>
          <p:nvPr/>
        </p:nvSpPr>
        <p:spPr>
          <a:xfrm>
            <a:off x="5581076" y="3783911"/>
            <a:ext cx="5044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B8DF441F-7087-12EE-446B-045EB9257A38}"/>
              </a:ext>
            </a:extLst>
          </p:cNvPr>
          <p:cNvSpPr/>
          <p:nvPr/>
        </p:nvSpPr>
        <p:spPr>
          <a:xfrm>
            <a:off x="7833124" y="3803479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C8F1AB6D-517A-244E-9CDA-F324E96CC008}"/>
              </a:ext>
            </a:extLst>
          </p:cNvPr>
          <p:cNvSpPr/>
          <p:nvPr/>
        </p:nvSpPr>
        <p:spPr>
          <a:xfrm>
            <a:off x="7833124" y="3803020"/>
            <a:ext cx="170740" cy="20246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BE5F9177-7295-D07B-8634-0CEA5BE810FF}"/>
              </a:ext>
            </a:extLst>
          </p:cNvPr>
          <p:cNvSpPr txBox="1"/>
          <p:nvPr/>
        </p:nvSpPr>
        <p:spPr>
          <a:xfrm>
            <a:off x="7747606" y="3809056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15%</a:t>
            </a: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AE7B0169-F57F-8E17-F586-3AB620AC214D}"/>
              </a:ext>
            </a:extLst>
          </p:cNvPr>
          <p:cNvSpPr/>
          <p:nvPr/>
        </p:nvSpPr>
        <p:spPr>
          <a:xfrm>
            <a:off x="5324884" y="3814152"/>
            <a:ext cx="1138264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086DD82E-22DC-9B4A-BB66-C8C3698D30D4}"/>
              </a:ext>
            </a:extLst>
          </p:cNvPr>
          <p:cNvSpPr/>
          <p:nvPr/>
        </p:nvSpPr>
        <p:spPr>
          <a:xfrm>
            <a:off x="5336882" y="3813692"/>
            <a:ext cx="682959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0B80B9BD-2217-C996-C901-E856D0423144}"/>
              </a:ext>
            </a:extLst>
          </p:cNvPr>
          <p:cNvSpPr txBox="1"/>
          <p:nvPr/>
        </p:nvSpPr>
        <p:spPr>
          <a:xfrm>
            <a:off x="5372971" y="3789183"/>
            <a:ext cx="4401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60%</a:t>
            </a:r>
          </a:p>
        </p:txBody>
      </p:sp>
    </p:spTree>
    <p:extLst>
      <p:ext uri="{BB962C8B-B14F-4D97-AF65-F5344CB8AC3E}">
        <p14:creationId xmlns:p14="http://schemas.microsoft.com/office/powerpoint/2010/main" val="4002956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50C57-EE00-9B56-F4CA-3C1A11CA8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PROPOSTA RELATORIOS – OEE (VIELI)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ADB282F1-8AD1-F7A1-5377-DAEF74B65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748" b="76285"/>
          <a:stretch/>
        </p:blipFill>
        <p:spPr>
          <a:xfrm>
            <a:off x="1054100" y="1410493"/>
            <a:ext cx="8224600" cy="583407"/>
          </a:xfr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D6614D2-83D4-919A-D855-1A182DBAEAFE}"/>
              </a:ext>
            </a:extLst>
          </p:cNvPr>
          <p:cNvSpPr/>
          <p:nvPr/>
        </p:nvSpPr>
        <p:spPr>
          <a:xfrm>
            <a:off x="1054100" y="1976966"/>
            <a:ext cx="8224600" cy="360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492420-7C14-6654-22F7-440C8163288B}"/>
              </a:ext>
            </a:extLst>
          </p:cNvPr>
          <p:cNvSpPr txBox="1"/>
          <p:nvPr/>
        </p:nvSpPr>
        <p:spPr>
          <a:xfrm>
            <a:off x="1371600" y="2269067"/>
            <a:ext cx="427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STATUS FÁBRICA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305A195-6CD4-0D56-D3E8-12CE97396927}"/>
              </a:ext>
            </a:extLst>
          </p:cNvPr>
          <p:cNvSpPr/>
          <p:nvPr/>
        </p:nvSpPr>
        <p:spPr>
          <a:xfrm>
            <a:off x="1447800" y="2946400"/>
            <a:ext cx="7541098" cy="22944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F8C3230-504E-06B1-0C24-C21D5894247E}"/>
              </a:ext>
            </a:extLst>
          </p:cNvPr>
          <p:cNvSpPr txBox="1"/>
          <p:nvPr/>
        </p:nvSpPr>
        <p:spPr>
          <a:xfrm>
            <a:off x="1536699" y="3234079"/>
            <a:ext cx="3583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MADEIRA</a:t>
            </a:r>
          </a:p>
          <a:p>
            <a:r>
              <a:rPr lang="pt-BR" sz="1600" dirty="0"/>
              <a:t>ACABAMENTO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10A059F2-E646-7CA4-1C1F-3E73D79851CD}"/>
              </a:ext>
            </a:extLst>
          </p:cNvPr>
          <p:cNvCxnSpPr/>
          <p:nvPr/>
        </p:nvCxnSpPr>
        <p:spPr>
          <a:xfrm>
            <a:off x="1659467" y="3530600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09DD9B6-E3F0-4E95-DF5C-7EFA5A80FDFB}"/>
              </a:ext>
            </a:extLst>
          </p:cNvPr>
          <p:cNvCxnSpPr/>
          <p:nvPr/>
        </p:nvCxnSpPr>
        <p:spPr>
          <a:xfrm>
            <a:off x="1659467" y="3780366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D2C3F06-CE1A-C9B7-725C-32EEA915BD49}"/>
              </a:ext>
            </a:extLst>
          </p:cNvPr>
          <p:cNvSpPr txBox="1"/>
          <p:nvPr/>
        </p:nvSpPr>
        <p:spPr>
          <a:xfrm>
            <a:off x="1507069" y="2946400"/>
            <a:ext cx="9948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Item</a:t>
            </a:r>
            <a:endParaRPr lang="pt-BR" sz="12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CAE3279-6BE7-ECD9-2E25-374DEC45967A}"/>
              </a:ext>
            </a:extLst>
          </p:cNvPr>
          <p:cNvSpPr txBox="1"/>
          <p:nvPr/>
        </p:nvSpPr>
        <p:spPr>
          <a:xfrm>
            <a:off x="5323986" y="2962650"/>
            <a:ext cx="1138264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/>
              <a:t>PRODUÇÃO</a:t>
            </a:r>
            <a:endParaRPr lang="pt-BR" sz="105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36A539B-7005-D386-D865-3FC3C4220995}"/>
              </a:ext>
            </a:extLst>
          </p:cNvPr>
          <p:cNvSpPr txBox="1"/>
          <p:nvPr/>
        </p:nvSpPr>
        <p:spPr>
          <a:xfrm>
            <a:off x="6572955" y="2955851"/>
            <a:ext cx="1138264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/>
              <a:t>%META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7CFFACC-2301-375B-AD8E-D60588CDD2DC}"/>
              </a:ext>
            </a:extLst>
          </p:cNvPr>
          <p:cNvSpPr txBox="1"/>
          <p:nvPr/>
        </p:nvSpPr>
        <p:spPr>
          <a:xfrm>
            <a:off x="7818884" y="2956066"/>
            <a:ext cx="1138264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/>
              <a:t>%OEE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82BD2CB-7D08-FD14-D2FF-CD2D5823A5ED}"/>
              </a:ext>
            </a:extLst>
          </p:cNvPr>
          <p:cNvSpPr/>
          <p:nvPr/>
        </p:nvSpPr>
        <p:spPr>
          <a:xfrm>
            <a:off x="6587009" y="3298753"/>
            <a:ext cx="1138263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0E1E661-2E99-2EC5-2922-34261060A86B}"/>
              </a:ext>
            </a:extLst>
          </p:cNvPr>
          <p:cNvSpPr/>
          <p:nvPr/>
        </p:nvSpPr>
        <p:spPr>
          <a:xfrm>
            <a:off x="6585710" y="3303354"/>
            <a:ext cx="1139562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088B78F-B435-2C46-5B7D-829A28617E36}"/>
              </a:ext>
            </a:extLst>
          </p:cNvPr>
          <p:cNvSpPr txBox="1"/>
          <p:nvPr/>
        </p:nvSpPr>
        <p:spPr>
          <a:xfrm>
            <a:off x="5581076" y="3274939"/>
            <a:ext cx="5372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D105C28-88D2-3E5C-7600-F60DD54206DF}"/>
              </a:ext>
            </a:extLst>
          </p:cNvPr>
          <p:cNvSpPr/>
          <p:nvPr/>
        </p:nvSpPr>
        <p:spPr>
          <a:xfrm>
            <a:off x="7833124" y="3289302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01C81DD3-53A5-9A32-4337-D90E5840996C}"/>
              </a:ext>
            </a:extLst>
          </p:cNvPr>
          <p:cNvSpPr/>
          <p:nvPr/>
        </p:nvSpPr>
        <p:spPr>
          <a:xfrm>
            <a:off x="7833124" y="3288843"/>
            <a:ext cx="1124024" cy="20246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D08C59A-74D4-C84F-C8FD-5F81F5C82E51}"/>
              </a:ext>
            </a:extLst>
          </p:cNvPr>
          <p:cNvSpPr txBox="1"/>
          <p:nvPr/>
        </p:nvSpPr>
        <p:spPr>
          <a:xfrm>
            <a:off x="8117402" y="3280835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70%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35744D2A-B4F1-D420-7A7C-55C3C3DE63E6}"/>
              </a:ext>
            </a:extLst>
          </p:cNvPr>
          <p:cNvSpPr/>
          <p:nvPr/>
        </p:nvSpPr>
        <p:spPr>
          <a:xfrm>
            <a:off x="5324884" y="3299975"/>
            <a:ext cx="1138264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2C668048-1E95-DAE4-D0F3-DF8B1EE5309A}"/>
              </a:ext>
            </a:extLst>
          </p:cNvPr>
          <p:cNvSpPr/>
          <p:nvPr/>
        </p:nvSpPr>
        <p:spPr>
          <a:xfrm>
            <a:off x="5329085" y="3304944"/>
            <a:ext cx="1133165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FBA25522-74DA-1B75-7CE9-A20BEB839FE3}"/>
              </a:ext>
            </a:extLst>
          </p:cNvPr>
          <p:cNvSpPr txBox="1"/>
          <p:nvPr/>
        </p:nvSpPr>
        <p:spPr>
          <a:xfrm>
            <a:off x="5396693" y="3290360"/>
            <a:ext cx="10076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3500 PC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A1D94F9E-ED42-9D4D-D8E7-0E2BFBDE471F}"/>
              </a:ext>
            </a:extLst>
          </p:cNvPr>
          <p:cNvSpPr/>
          <p:nvPr/>
        </p:nvSpPr>
        <p:spPr>
          <a:xfrm>
            <a:off x="6587009" y="3558931"/>
            <a:ext cx="1138263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D4DB7780-0E72-3B25-F7D4-91670D44E3A9}"/>
              </a:ext>
            </a:extLst>
          </p:cNvPr>
          <p:cNvSpPr/>
          <p:nvPr/>
        </p:nvSpPr>
        <p:spPr>
          <a:xfrm>
            <a:off x="6587009" y="3559840"/>
            <a:ext cx="1134764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75CB477-CB0E-B89B-8C3F-00722ACACF0B}"/>
              </a:ext>
            </a:extLst>
          </p:cNvPr>
          <p:cNvSpPr txBox="1"/>
          <p:nvPr/>
        </p:nvSpPr>
        <p:spPr>
          <a:xfrm>
            <a:off x="5584884" y="3537461"/>
            <a:ext cx="5227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BC91F1BB-A1D5-2D0C-88D0-225785C42FDA}"/>
              </a:ext>
            </a:extLst>
          </p:cNvPr>
          <p:cNvSpPr/>
          <p:nvPr/>
        </p:nvSpPr>
        <p:spPr>
          <a:xfrm>
            <a:off x="7833124" y="3549480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11A3001A-4936-293B-3769-8EF3AF73D03C}"/>
              </a:ext>
            </a:extLst>
          </p:cNvPr>
          <p:cNvSpPr/>
          <p:nvPr/>
        </p:nvSpPr>
        <p:spPr>
          <a:xfrm>
            <a:off x="7833124" y="3549021"/>
            <a:ext cx="1124024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0167405-9884-4C86-0C5E-F0A687A9B680}"/>
              </a:ext>
            </a:extLst>
          </p:cNvPr>
          <p:cNvSpPr txBox="1"/>
          <p:nvPr/>
        </p:nvSpPr>
        <p:spPr>
          <a:xfrm>
            <a:off x="8132862" y="3526009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73%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45652DCF-73D5-DEFD-8931-2D52F446A7C6}"/>
              </a:ext>
            </a:extLst>
          </p:cNvPr>
          <p:cNvSpPr/>
          <p:nvPr/>
        </p:nvSpPr>
        <p:spPr>
          <a:xfrm>
            <a:off x="5324884" y="3560153"/>
            <a:ext cx="1138264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FF1C4A0-A619-698B-15A5-E2DB4846FB3B}"/>
              </a:ext>
            </a:extLst>
          </p:cNvPr>
          <p:cNvSpPr/>
          <p:nvPr/>
        </p:nvSpPr>
        <p:spPr>
          <a:xfrm>
            <a:off x="5327728" y="3560152"/>
            <a:ext cx="1134522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038218D-E13C-2FD8-D2E4-B0CA476C797C}"/>
              </a:ext>
            </a:extLst>
          </p:cNvPr>
          <p:cNvSpPr txBox="1"/>
          <p:nvPr/>
        </p:nvSpPr>
        <p:spPr>
          <a:xfrm>
            <a:off x="5383363" y="3557007"/>
            <a:ext cx="750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5000 PC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C48FA8-B880-DBC5-6C53-0A463669C46F}"/>
              </a:ext>
            </a:extLst>
          </p:cNvPr>
          <p:cNvSpPr txBox="1"/>
          <p:nvPr/>
        </p:nvSpPr>
        <p:spPr>
          <a:xfrm>
            <a:off x="6867730" y="3281820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58%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3D47A9B-11C7-BAA6-0CB5-051812607ADB}"/>
              </a:ext>
            </a:extLst>
          </p:cNvPr>
          <p:cNvSpPr txBox="1"/>
          <p:nvPr/>
        </p:nvSpPr>
        <p:spPr>
          <a:xfrm>
            <a:off x="6867730" y="3534750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83%</a:t>
            </a:r>
          </a:p>
        </p:txBody>
      </p:sp>
    </p:spTree>
    <p:extLst>
      <p:ext uri="{BB962C8B-B14F-4D97-AF65-F5344CB8AC3E}">
        <p14:creationId xmlns:p14="http://schemas.microsoft.com/office/powerpoint/2010/main" val="3015965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50C57-EE00-9B56-F4CA-3C1A11CA8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PROPOSTA RELATORIOS – OEE (VIELI)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ADB282F1-8AD1-F7A1-5377-DAEF74B65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748" b="76285"/>
          <a:stretch/>
        </p:blipFill>
        <p:spPr>
          <a:xfrm>
            <a:off x="1054100" y="1410493"/>
            <a:ext cx="8224600" cy="583407"/>
          </a:xfr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D6614D2-83D4-919A-D855-1A182DBAEAFE}"/>
              </a:ext>
            </a:extLst>
          </p:cNvPr>
          <p:cNvSpPr/>
          <p:nvPr/>
        </p:nvSpPr>
        <p:spPr>
          <a:xfrm>
            <a:off x="1054100" y="1976966"/>
            <a:ext cx="8224600" cy="360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492420-7C14-6654-22F7-440C8163288B}"/>
              </a:ext>
            </a:extLst>
          </p:cNvPr>
          <p:cNvSpPr txBox="1"/>
          <p:nvPr/>
        </p:nvSpPr>
        <p:spPr>
          <a:xfrm>
            <a:off x="1371600" y="2269067"/>
            <a:ext cx="427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STATUS MADEIRA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305A195-6CD4-0D56-D3E8-12CE97396927}"/>
              </a:ext>
            </a:extLst>
          </p:cNvPr>
          <p:cNvSpPr/>
          <p:nvPr/>
        </p:nvSpPr>
        <p:spPr>
          <a:xfrm>
            <a:off x="1447800" y="2946400"/>
            <a:ext cx="7541098" cy="22944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F8C3230-504E-06B1-0C24-C21D5894247E}"/>
              </a:ext>
            </a:extLst>
          </p:cNvPr>
          <p:cNvSpPr txBox="1"/>
          <p:nvPr/>
        </p:nvSpPr>
        <p:spPr>
          <a:xfrm>
            <a:off x="1536699" y="3234079"/>
            <a:ext cx="3583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PREPARACAO</a:t>
            </a:r>
          </a:p>
          <a:p>
            <a:r>
              <a:rPr lang="pt-BR" sz="1600" dirty="0"/>
              <a:t>USINAGEM</a:t>
            </a:r>
          </a:p>
          <a:p>
            <a:r>
              <a:rPr lang="pt-BR" sz="1600" dirty="0"/>
              <a:t>LIXACAO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10A059F2-E646-7CA4-1C1F-3E73D79851CD}"/>
              </a:ext>
            </a:extLst>
          </p:cNvPr>
          <p:cNvCxnSpPr/>
          <p:nvPr/>
        </p:nvCxnSpPr>
        <p:spPr>
          <a:xfrm>
            <a:off x="1659467" y="3530600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09DD9B6-E3F0-4E95-DF5C-7EFA5A80FDFB}"/>
              </a:ext>
            </a:extLst>
          </p:cNvPr>
          <p:cNvCxnSpPr/>
          <p:nvPr/>
        </p:nvCxnSpPr>
        <p:spPr>
          <a:xfrm>
            <a:off x="1659467" y="3780366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D2C3F06-CE1A-C9B7-725C-32EEA915BD49}"/>
              </a:ext>
            </a:extLst>
          </p:cNvPr>
          <p:cNvSpPr txBox="1"/>
          <p:nvPr/>
        </p:nvSpPr>
        <p:spPr>
          <a:xfrm>
            <a:off x="1507069" y="2946400"/>
            <a:ext cx="9948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Item</a:t>
            </a:r>
            <a:endParaRPr lang="pt-BR" sz="12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CAE3279-6BE7-ECD9-2E25-374DEC45967A}"/>
              </a:ext>
            </a:extLst>
          </p:cNvPr>
          <p:cNvSpPr txBox="1"/>
          <p:nvPr/>
        </p:nvSpPr>
        <p:spPr>
          <a:xfrm>
            <a:off x="5323986" y="2962650"/>
            <a:ext cx="1138264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/>
              <a:t>PRODUÇÃO</a:t>
            </a:r>
            <a:endParaRPr lang="pt-BR" sz="105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36A539B-7005-D386-D865-3FC3C4220995}"/>
              </a:ext>
            </a:extLst>
          </p:cNvPr>
          <p:cNvSpPr txBox="1"/>
          <p:nvPr/>
        </p:nvSpPr>
        <p:spPr>
          <a:xfrm>
            <a:off x="6572955" y="2955851"/>
            <a:ext cx="1138264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/>
              <a:t>%META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7CFFACC-2301-375B-AD8E-D60588CDD2DC}"/>
              </a:ext>
            </a:extLst>
          </p:cNvPr>
          <p:cNvSpPr txBox="1"/>
          <p:nvPr/>
        </p:nvSpPr>
        <p:spPr>
          <a:xfrm>
            <a:off x="7818884" y="2956066"/>
            <a:ext cx="1138264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/>
              <a:t>%OEE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82BD2CB-7D08-FD14-D2FF-CD2D5823A5ED}"/>
              </a:ext>
            </a:extLst>
          </p:cNvPr>
          <p:cNvSpPr/>
          <p:nvPr/>
        </p:nvSpPr>
        <p:spPr>
          <a:xfrm>
            <a:off x="6587009" y="3298753"/>
            <a:ext cx="1138263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0E1E661-2E99-2EC5-2922-34261060A86B}"/>
              </a:ext>
            </a:extLst>
          </p:cNvPr>
          <p:cNvSpPr/>
          <p:nvPr/>
        </p:nvSpPr>
        <p:spPr>
          <a:xfrm>
            <a:off x="6585710" y="3303354"/>
            <a:ext cx="1139562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088B78F-B435-2C46-5B7D-829A28617E36}"/>
              </a:ext>
            </a:extLst>
          </p:cNvPr>
          <p:cNvSpPr txBox="1"/>
          <p:nvPr/>
        </p:nvSpPr>
        <p:spPr>
          <a:xfrm>
            <a:off x="5581076" y="3274939"/>
            <a:ext cx="5372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D105C28-88D2-3E5C-7600-F60DD54206DF}"/>
              </a:ext>
            </a:extLst>
          </p:cNvPr>
          <p:cNvSpPr/>
          <p:nvPr/>
        </p:nvSpPr>
        <p:spPr>
          <a:xfrm>
            <a:off x="7833124" y="3289302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01C81DD3-53A5-9A32-4337-D90E5840996C}"/>
              </a:ext>
            </a:extLst>
          </p:cNvPr>
          <p:cNvSpPr/>
          <p:nvPr/>
        </p:nvSpPr>
        <p:spPr>
          <a:xfrm>
            <a:off x="7833124" y="3288843"/>
            <a:ext cx="1124024" cy="20246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D08C59A-74D4-C84F-C8FD-5F81F5C82E51}"/>
              </a:ext>
            </a:extLst>
          </p:cNvPr>
          <p:cNvSpPr txBox="1"/>
          <p:nvPr/>
        </p:nvSpPr>
        <p:spPr>
          <a:xfrm>
            <a:off x="8117402" y="3280835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70%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35744D2A-B4F1-D420-7A7C-55C3C3DE63E6}"/>
              </a:ext>
            </a:extLst>
          </p:cNvPr>
          <p:cNvSpPr/>
          <p:nvPr/>
        </p:nvSpPr>
        <p:spPr>
          <a:xfrm>
            <a:off x="5324884" y="3299975"/>
            <a:ext cx="1138264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2C668048-1E95-DAE4-D0F3-DF8B1EE5309A}"/>
              </a:ext>
            </a:extLst>
          </p:cNvPr>
          <p:cNvSpPr/>
          <p:nvPr/>
        </p:nvSpPr>
        <p:spPr>
          <a:xfrm>
            <a:off x="5329085" y="3304944"/>
            <a:ext cx="1133165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FBA25522-74DA-1B75-7CE9-A20BEB839FE3}"/>
              </a:ext>
            </a:extLst>
          </p:cNvPr>
          <p:cNvSpPr txBox="1"/>
          <p:nvPr/>
        </p:nvSpPr>
        <p:spPr>
          <a:xfrm>
            <a:off x="5396693" y="3290360"/>
            <a:ext cx="10076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3500 PC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A1D94F9E-ED42-9D4D-D8E7-0E2BFBDE471F}"/>
              </a:ext>
            </a:extLst>
          </p:cNvPr>
          <p:cNvSpPr/>
          <p:nvPr/>
        </p:nvSpPr>
        <p:spPr>
          <a:xfrm>
            <a:off x="6587009" y="3558931"/>
            <a:ext cx="1138263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D4DB7780-0E72-3B25-F7D4-91670D44E3A9}"/>
              </a:ext>
            </a:extLst>
          </p:cNvPr>
          <p:cNvSpPr/>
          <p:nvPr/>
        </p:nvSpPr>
        <p:spPr>
          <a:xfrm>
            <a:off x="6587009" y="3559840"/>
            <a:ext cx="1134764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75CB477-CB0E-B89B-8C3F-00722ACACF0B}"/>
              </a:ext>
            </a:extLst>
          </p:cNvPr>
          <p:cNvSpPr txBox="1"/>
          <p:nvPr/>
        </p:nvSpPr>
        <p:spPr>
          <a:xfrm>
            <a:off x="5584884" y="3537461"/>
            <a:ext cx="5227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BC91F1BB-A1D5-2D0C-88D0-225785C42FDA}"/>
              </a:ext>
            </a:extLst>
          </p:cNvPr>
          <p:cNvSpPr/>
          <p:nvPr/>
        </p:nvSpPr>
        <p:spPr>
          <a:xfrm>
            <a:off x="7833124" y="3549480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11A3001A-4936-293B-3769-8EF3AF73D03C}"/>
              </a:ext>
            </a:extLst>
          </p:cNvPr>
          <p:cNvSpPr/>
          <p:nvPr/>
        </p:nvSpPr>
        <p:spPr>
          <a:xfrm>
            <a:off x="7833124" y="3549021"/>
            <a:ext cx="1124024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0167405-9884-4C86-0C5E-F0A687A9B680}"/>
              </a:ext>
            </a:extLst>
          </p:cNvPr>
          <p:cNvSpPr txBox="1"/>
          <p:nvPr/>
        </p:nvSpPr>
        <p:spPr>
          <a:xfrm>
            <a:off x="8132862" y="3526009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73%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45652DCF-73D5-DEFD-8931-2D52F446A7C6}"/>
              </a:ext>
            </a:extLst>
          </p:cNvPr>
          <p:cNvSpPr/>
          <p:nvPr/>
        </p:nvSpPr>
        <p:spPr>
          <a:xfrm>
            <a:off x="5324884" y="3560153"/>
            <a:ext cx="1138264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FF1C4A0-A619-698B-15A5-E2DB4846FB3B}"/>
              </a:ext>
            </a:extLst>
          </p:cNvPr>
          <p:cNvSpPr/>
          <p:nvPr/>
        </p:nvSpPr>
        <p:spPr>
          <a:xfrm>
            <a:off x="5327728" y="3560152"/>
            <a:ext cx="1134522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038218D-E13C-2FD8-D2E4-B0CA476C797C}"/>
              </a:ext>
            </a:extLst>
          </p:cNvPr>
          <p:cNvSpPr txBox="1"/>
          <p:nvPr/>
        </p:nvSpPr>
        <p:spPr>
          <a:xfrm>
            <a:off x="5383363" y="3557007"/>
            <a:ext cx="750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5000 PC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C48FA8-B880-DBC5-6C53-0A463669C46F}"/>
              </a:ext>
            </a:extLst>
          </p:cNvPr>
          <p:cNvSpPr txBox="1"/>
          <p:nvPr/>
        </p:nvSpPr>
        <p:spPr>
          <a:xfrm>
            <a:off x="6867730" y="3281820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58%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3D47A9B-11C7-BAA6-0CB5-051812607ADB}"/>
              </a:ext>
            </a:extLst>
          </p:cNvPr>
          <p:cNvSpPr txBox="1"/>
          <p:nvPr/>
        </p:nvSpPr>
        <p:spPr>
          <a:xfrm>
            <a:off x="6867730" y="3534750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83%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90C0DEF6-F355-70E6-B116-51CA84B4639D}"/>
              </a:ext>
            </a:extLst>
          </p:cNvPr>
          <p:cNvCxnSpPr/>
          <p:nvPr/>
        </p:nvCxnSpPr>
        <p:spPr>
          <a:xfrm>
            <a:off x="1668570" y="4053306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E427B665-E32D-F21E-2249-D4FC067B3DB6}"/>
              </a:ext>
            </a:extLst>
          </p:cNvPr>
          <p:cNvSpPr/>
          <p:nvPr/>
        </p:nvSpPr>
        <p:spPr>
          <a:xfrm>
            <a:off x="6596112" y="3831871"/>
            <a:ext cx="1138263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EF061E7-B289-19F4-D4F9-76D935A6D138}"/>
              </a:ext>
            </a:extLst>
          </p:cNvPr>
          <p:cNvSpPr/>
          <p:nvPr/>
        </p:nvSpPr>
        <p:spPr>
          <a:xfrm>
            <a:off x="6596112" y="3832780"/>
            <a:ext cx="1134764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7D48EA9-236F-B3BB-BF8A-7B44DA9E92B5}"/>
              </a:ext>
            </a:extLst>
          </p:cNvPr>
          <p:cNvSpPr txBox="1"/>
          <p:nvPr/>
        </p:nvSpPr>
        <p:spPr>
          <a:xfrm>
            <a:off x="5593987" y="3810401"/>
            <a:ext cx="5227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4743D44-46B0-25D0-808B-31AF986D0167}"/>
              </a:ext>
            </a:extLst>
          </p:cNvPr>
          <p:cNvSpPr/>
          <p:nvPr/>
        </p:nvSpPr>
        <p:spPr>
          <a:xfrm>
            <a:off x="7842227" y="3822420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A45CE41-65F7-AD9F-D5A8-EC41B3B8DFB9}"/>
              </a:ext>
            </a:extLst>
          </p:cNvPr>
          <p:cNvSpPr/>
          <p:nvPr/>
        </p:nvSpPr>
        <p:spPr>
          <a:xfrm>
            <a:off x="7842227" y="3821961"/>
            <a:ext cx="1124024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59998D6-23B8-7A32-E2C6-62E266E1F672}"/>
              </a:ext>
            </a:extLst>
          </p:cNvPr>
          <p:cNvSpPr txBox="1"/>
          <p:nvPr/>
        </p:nvSpPr>
        <p:spPr>
          <a:xfrm>
            <a:off x="8141965" y="3798949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73%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ACD1C55-6BA1-BF2B-CFFB-35812FB0131F}"/>
              </a:ext>
            </a:extLst>
          </p:cNvPr>
          <p:cNvSpPr/>
          <p:nvPr/>
        </p:nvSpPr>
        <p:spPr>
          <a:xfrm>
            <a:off x="5333987" y="3833093"/>
            <a:ext cx="1138264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62C512F-5476-C58E-BB8C-18C36581F04C}"/>
              </a:ext>
            </a:extLst>
          </p:cNvPr>
          <p:cNvSpPr/>
          <p:nvPr/>
        </p:nvSpPr>
        <p:spPr>
          <a:xfrm>
            <a:off x="5336831" y="3833092"/>
            <a:ext cx="1134522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C8FA1BA-01F1-5AF6-0043-657A5B93E2BC}"/>
              </a:ext>
            </a:extLst>
          </p:cNvPr>
          <p:cNvSpPr txBox="1"/>
          <p:nvPr/>
        </p:nvSpPr>
        <p:spPr>
          <a:xfrm>
            <a:off x="5392466" y="3829947"/>
            <a:ext cx="750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5000 PC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9CCF604-6B96-EDE0-E526-6F397615137E}"/>
              </a:ext>
            </a:extLst>
          </p:cNvPr>
          <p:cNvSpPr txBox="1"/>
          <p:nvPr/>
        </p:nvSpPr>
        <p:spPr>
          <a:xfrm>
            <a:off x="6876833" y="3807690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83%</a:t>
            </a:r>
          </a:p>
        </p:txBody>
      </p:sp>
    </p:spTree>
    <p:extLst>
      <p:ext uri="{BB962C8B-B14F-4D97-AF65-F5344CB8AC3E}">
        <p14:creationId xmlns:p14="http://schemas.microsoft.com/office/powerpoint/2010/main" val="2011217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50C57-EE00-9B56-F4CA-3C1A11CA8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PROPOSTA RELATORIOS – OEE (VIELI)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ADB282F1-8AD1-F7A1-5377-DAEF74B65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748" b="76285"/>
          <a:stretch/>
        </p:blipFill>
        <p:spPr>
          <a:xfrm>
            <a:off x="1054100" y="1410493"/>
            <a:ext cx="8224600" cy="583407"/>
          </a:xfr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D6614D2-83D4-919A-D855-1A182DBAEAFE}"/>
              </a:ext>
            </a:extLst>
          </p:cNvPr>
          <p:cNvSpPr/>
          <p:nvPr/>
        </p:nvSpPr>
        <p:spPr>
          <a:xfrm>
            <a:off x="1054100" y="1976966"/>
            <a:ext cx="8224600" cy="360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492420-7C14-6654-22F7-440C8163288B}"/>
              </a:ext>
            </a:extLst>
          </p:cNvPr>
          <p:cNvSpPr txBox="1"/>
          <p:nvPr/>
        </p:nvSpPr>
        <p:spPr>
          <a:xfrm>
            <a:off x="1371600" y="2269067"/>
            <a:ext cx="427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STATUS USINAGEM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305A195-6CD4-0D56-D3E8-12CE97396927}"/>
              </a:ext>
            </a:extLst>
          </p:cNvPr>
          <p:cNvSpPr/>
          <p:nvPr/>
        </p:nvSpPr>
        <p:spPr>
          <a:xfrm>
            <a:off x="1447800" y="2946400"/>
            <a:ext cx="7541098" cy="22944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F8C3230-504E-06B1-0C24-C21D5894247E}"/>
              </a:ext>
            </a:extLst>
          </p:cNvPr>
          <p:cNvSpPr txBox="1"/>
          <p:nvPr/>
        </p:nvSpPr>
        <p:spPr>
          <a:xfrm>
            <a:off x="1536700" y="3234079"/>
            <a:ext cx="29269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FRESADORA</a:t>
            </a:r>
          </a:p>
          <a:p>
            <a:r>
              <a:rPr lang="pt-BR" sz="1600" dirty="0"/>
              <a:t>FURADEIRA OSCILANTE</a:t>
            </a:r>
          </a:p>
          <a:p>
            <a:r>
              <a:rPr lang="pt-BR" sz="1600" dirty="0"/>
              <a:t>CNC BIESSE</a:t>
            </a:r>
          </a:p>
          <a:p>
            <a:r>
              <a:rPr lang="pt-BR" sz="1600" dirty="0"/>
              <a:t>.</a:t>
            </a:r>
          </a:p>
          <a:p>
            <a:r>
              <a:rPr lang="pt-BR" sz="1600" dirty="0"/>
              <a:t>.</a:t>
            </a:r>
          </a:p>
          <a:p>
            <a:r>
              <a:rPr lang="pt-BR" sz="1600" dirty="0"/>
              <a:t>.</a:t>
            </a:r>
          </a:p>
          <a:p>
            <a:endParaRPr lang="pt-BR" sz="1600" dirty="0"/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10A059F2-E646-7CA4-1C1F-3E73D79851CD}"/>
              </a:ext>
            </a:extLst>
          </p:cNvPr>
          <p:cNvCxnSpPr/>
          <p:nvPr/>
        </p:nvCxnSpPr>
        <p:spPr>
          <a:xfrm>
            <a:off x="1659467" y="3530600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09DD9B6-E3F0-4E95-DF5C-7EFA5A80FDFB}"/>
              </a:ext>
            </a:extLst>
          </p:cNvPr>
          <p:cNvCxnSpPr/>
          <p:nvPr/>
        </p:nvCxnSpPr>
        <p:spPr>
          <a:xfrm>
            <a:off x="1659467" y="3780366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D2C3F06-CE1A-C9B7-725C-32EEA915BD49}"/>
              </a:ext>
            </a:extLst>
          </p:cNvPr>
          <p:cNvSpPr txBox="1"/>
          <p:nvPr/>
        </p:nvSpPr>
        <p:spPr>
          <a:xfrm>
            <a:off x="1507069" y="2946400"/>
            <a:ext cx="9948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Item</a:t>
            </a:r>
            <a:endParaRPr lang="pt-BR" sz="12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CAE3279-6BE7-ECD9-2E25-374DEC45967A}"/>
              </a:ext>
            </a:extLst>
          </p:cNvPr>
          <p:cNvSpPr txBox="1"/>
          <p:nvPr/>
        </p:nvSpPr>
        <p:spPr>
          <a:xfrm>
            <a:off x="4120026" y="2973863"/>
            <a:ext cx="1138264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/>
              <a:t>PRODUÇÃO</a:t>
            </a:r>
            <a:endParaRPr lang="pt-BR" sz="105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36A539B-7005-D386-D865-3FC3C4220995}"/>
              </a:ext>
            </a:extLst>
          </p:cNvPr>
          <p:cNvSpPr txBox="1"/>
          <p:nvPr/>
        </p:nvSpPr>
        <p:spPr>
          <a:xfrm>
            <a:off x="5368995" y="2967064"/>
            <a:ext cx="1138264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/>
              <a:t>%META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7CFFACC-2301-375B-AD8E-D60588CDD2DC}"/>
              </a:ext>
            </a:extLst>
          </p:cNvPr>
          <p:cNvSpPr txBox="1"/>
          <p:nvPr/>
        </p:nvSpPr>
        <p:spPr>
          <a:xfrm>
            <a:off x="6614924" y="2967279"/>
            <a:ext cx="1138264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100" dirty="0"/>
              <a:t>%OEE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82BD2CB-7D08-FD14-D2FF-CD2D5823A5ED}"/>
              </a:ext>
            </a:extLst>
          </p:cNvPr>
          <p:cNvSpPr/>
          <p:nvPr/>
        </p:nvSpPr>
        <p:spPr>
          <a:xfrm>
            <a:off x="5383049" y="3309966"/>
            <a:ext cx="1138263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0E1E661-2E99-2EC5-2922-34261060A86B}"/>
              </a:ext>
            </a:extLst>
          </p:cNvPr>
          <p:cNvSpPr/>
          <p:nvPr/>
        </p:nvSpPr>
        <p:spPr>
          <a:xfrm>
            <a:off x="5381750" y="3314567"/>
            <a:ext cx="1139562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088B78F-B435-2C46-5B7D-829A28617E36}"/>
              </a:ext>
            </a:extLst>
          </p:cNvPr>
          <p:cNvSpPr txBox="1"/>
          <p:nvPr/>
        </p:nvSpPr>
        <p:spPr>
          <a:xfrm>
            <a:off x="4377116" y="3286152"/>
            <a:ext cx="5372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D105C28-88D2-3E5C-7600-F60DD54206DF}"/>
              </a:ext>
            </a:extLst>
          </p:cNvPr>
          <p:cNvSpPr/>
          <p:nvPr/>
        </p:nvSpPr>
        <p:spPr>
          <a:xfrm>
            <a:off x="6629164" y="3300515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01C81DD3-53A5-9A32-4337-D90E5840996C}"/>
              </a:ext>
            </a:extLst>
          </p:cNvPr>
          <p:cNvSpPr/>
          <p:nvPr/>
        </p:nvSpPr>
        <p:spPr>
          <a:xfrm>
            <a:off x="6629164" y="3300056"/>
            <a:ext cx="1124024" cy="20246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D08C59A-74D4-C84F-C8FD-5F81F5C82E51}"/>
              </a:ext>
            </a:extLst>
          </p:cNvPr>
          <p:cNvSpPr txBox="1"/>
          <p:nvPr/>
        </p:nvSpPr>
        <p:spPr>
          <a:xfrm>
            <a:off x="6913442" y="3292048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70%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35744D2A-B4F1-D420-7A7C-55C3C3DE63E6}"/>
              </a:ext>
            </a:extLst>
          </p:cNvPr>
          <p:cNvSpPr/>
          <p:nvPr/>
        </p:nvSpPr>
        <p:spPr>
          <a:xfrm>
            <a:off x="4120924" y="3311188"/>
            <a:ext cx="1138264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2C668048-1E95-DAE4-D0F3-DF8B1EE5309A}"/>
              </a:ext>
            </a:extLst>
          </p:cNvPr>
          <p:cNvSpPr/>
          <p:nvPr/>
        </p:nvSpPr>
        <p:spPr>
          <a:xfrm>
            <a:off x="4125125" y="3316157"/>
            <a:ext cx="1133165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FBA25522-74DA-1B75-7CE9-A20BEB839FE3}"/>
              </a:ext>
            </a:extLst>
          </p:cNvPr>
          <p:cNvSpPr txBox="1"/>
          <p:nvPr/>
        </p:nvSpPr>
        <p:spPr>
          <a:xfrm>
            <a:off x="4192733" y="3301573"/>
            <a:ext cx="10076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3500 PC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A1D94F9E-ED42-9D4D-D8E7-0E2BFBDE471F}"/>
              </a:ext>
            </a:extLst>
          </p:cNvPr>
          <p:cNvSpPr/>
          <p:nvPr/>
        </p:nvSpPr>
        <p:spPr>
          <a:xfrm>
            <a:off x="5383049" y="3570144"/>
            <a:ext cx="1138263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D4DB7780-0E72-3B25-F7D4-91670D44E3A9}"/>
              </a:ext>
            </a:extLst>
          </p:cNvPr>
          <p:cNvSpPr/>
          <p:nvPr/>
        </p:nvSpPr>
        <p:spPr>
          <a:xfrm>
            <a:off x="5383049" y="3571053"/>
            <a:ext cx="1134764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75CB477-CB0E-B89B-8C3F-00722ACACF0B}"/>
              </a:ext>
            </a:extLst>
          </p:cNvPr>
          <p:cNvSpPr txBox="1"/>
          <p:nvPr/>
        </p:nvSpPr>
        <p:spPr>
          <a:xfrm>
            <a:off x="4380924" y="3548674"/>
            <a:ext cx="5227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BC91F1BB-A1D5-2D0C-88D0-225785C42FDA}"/>
              </a:ext>
            </a:extLst>
          </p:cNvPr>
          <p:cNvSpPr/>
          <p:nvPr/>
        </p:nvSpPr>
        <p:spPr>
          <a:xfrm>
            <a:off x="6629164" y="3560693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11A3001A-4936-293B-3769-8EF3AF73D03C}"/>
              </a:ext>
            </a:extLst>
          </p:cNvPr>
          <p:cNvSpPr/>
          <p:nvPr/>
        </p:nvSpPr>
        <p:spPr>
          <a:xfrm>
            <a:off x="6629164" y="3560234"/>
            <a:ext cx="1124024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0167405-9884-4C86-0C5E-F0A687A9B680}"/>
              </a:ext>
            </a:extLst>
          </p:cNvPr>
          <p:cNvSpPr txBox="1"/>
          <p:nvPr/>
        </p:nvSpPr>
        <p:spPr>
          <a:xfrm>
            <a:off x="6928902" y="3537222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73%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45652DCF-73D5-DEFD-8931-2D52F446A7C6}"/>
              </a:ext>
            </a:extLst>
          </p:cNvPr>
          <p:cNvSpPr/>
          <p:nvPr/>
        </p:nvSpPr>
        <p:spPr>
          <a:xfrm>
            <a:off x="4120924" y="3571366"/>
            <a:ext cx="1138264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FF1C4A0-A619-698B-15A5-E2DB4846FB3B}"/>
              </a:ext>
            </a:extLst>
          </p:cNvPr>
          <p:cNvSpPr/>
          <p:nvPr/>
        </p:nvSpPr>
        <p:spPr>
          <a:xfrm>
            <a:off x="4123768" y="3571365"/>
            <a:ext cx="1134522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038218D-E13C-2FD8-D2E4-B0CA476C797C}"/>
              </a:ext>
            </a:extLst>
          </p:cNvPr>
          <p:cNvSpPr txBox="1"/>
          <p:nvPr/>
        </p:nvSpPr>
        <p:spPr>
          <a:xfrm>
            <a:off x="4179403" y="3568220"/>
            <a:ext cx="750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5000 PC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C48FA8-B880-DBC5-6C53-0A463669C46F}"/>
              </a:ext>
            </a:extLst>
          </p:cNvPr>
          <p:cNvSpPr txBox="1"/>
          <p:nvPr/>
        </p:nvSpPr>
        <p:spPr>
          <a:xfrm>
            <a:off x="5663770" y="3293033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58%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3D47A9B-11C7-BAA6-0CB5-051812607ADB}"/>
              </a:ext>
            </a:extLst>
          </p:cNvPr>
          <p:cNvSpPr txBox="1"/>
          <p:nvPr/>
        </p:nvSpPr>
        <p:spPr>
          <a:xfrm>
            <a:off x="5663770" y="3545963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83%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90C0DEF6-F355-70E6-B116-51CA84B4639D}"/>
              </a:ext>
            </a:extLst>
          </p:cNvPr>
          <p:cNvCxnSpPr/>
          <p:nvPr/>
        </p:nvCxnSpPr>
        <p:spPr>
          <a:xfrm>
            <a:off x="1668570" y="4053306"/>
            <a:ext cx="6747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E427B665-E32D-F21E-2249-D4FC067B3DB6}"/>
              </a:ext>
            </a:extLst>
          </p:cNvPr>
          <p:cNvSpPr/>
          <p:nvPr/>
        </p:nvSpPr>
        <p:spPr>
          <a:xfrm>
            <a:off x="5392152" y="3843084"/>
            <a:ext cx="1138263" cy="20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EF061E7-B289-19F4-D4F9-76D935A6D138}"/>
              </a:ext>
            </a:extLst>
          </p:cNvPr>
          <p:cNvSpPr/>
          <p:nvPr/>
        </p:nvSpPr>
        <p:spPr>
          <a:xfrm>
            <a:off x="5392152" y="3843993"/>
            <a:ext cx="1134764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7D48EA9-236F-B3BB-BF8A-7B44DA9E92B5}"/>
              </a:ext>
            </a:extLst>
          </p:cNvPr>
          <p:cNvSpPr txBox="1"/>
          <p:nvPr/>
        </p:nvSpPr>
        <p:spPr>
          <a:xfrm>
            <a:off x="4390027" y="3821614"/>
            <a:ext cx="5227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4743D44-46B0-25D0-808B-31AF986D0167}"/>
              </a:ext>
            </a:extLst>
          </p:cNvPr>
          <p:cNvSpPr/>
          <p:nvPr/>
        </p:nvSpPr>
        <p:spPr>
          <a:xfrm>
            <a:off x="6638267" y="3833633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A45CE41-65F7-AD9F-D5A8-EC41B3B8DFB9}"/>
              </a:ext>
            </a:extLst>
          </p:cNvPr>
          <p:cNvSpPr/>
          <p:nvPr/>
        </p:nvSpPr>
        <p:spPr>
          <a:xfrm>
            <a:off x="6638267" y="3833174"/>
            <a:ext cx="1124024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59998D6-23B8-7A32-E2C6-62E266E1F672}"/>
              </a:ext>
            </a:extLst>
          </p:cNvPr>
          <p:cNvSpPr txBox="1"/>
          <p:nvPr/>
        </p:nvSpPr>
        <p:spPr>
          <a:xfrm>
            <a:off x="6938005" y="3810162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73%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ACD1C55-6BA1-BF2B-CFFB-35812FB0131F}"/>
              </a:ext>
            </a:extLst>
          </p:cNvPr>
          <p:cNvSpPr/>
          <p:nvPr/>
        </p:nvSpPr>
        <p:spPr>
          <a:xfrm>
            <a:off x="4130027" y="3844306"/>
            <a:ext cx="1138264" cy="202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62C512F-5476-C58E-BB8C-18C36581F04C}"/>
              </a:ext>
            </a:extLst>
          </p:cNvPr>
          <p:cNvSpPr/>
          <p:nvPr/>
        </p:nvSpPr>
        <p:spPr>
          <a:xfrm>
            <a:off x="4132871" y="3844305"/>
            <a:ext cx="1134522" cy="202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C8FA1BA-01F1-5AF6-0043-657A5B93E2BC}"/>
              </a:ext>
            </a:extLst>
          </p:cNvPr>
          <p:cNvSpPr txBox="1"/>
          <p:nvPr/>
        </p:nvSpPr>
        <p:spPr>
          <a:xfrm>
            <a:off x="4188506" y="3841160"/>
            <a:ext cx="750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5000 PC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9CCF604-6B96-EDE0-E526-6F397615137E}"/>
              </a:ext>
            </a:extLst>
          </p:cNvPr>
          <p:cNvSpPr txBox="1"/>
          <p:nvPr/>
        </p:nvSpPr>
        <p:spPr>
          <a:xfrm>
            <a:off x="5672873" y="3818903"/>
            <a:ext cx="619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</a:rPr>
              <a:t>83%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63E85CD-81E6-3A47-6DCE-3DB27C2F5430}"/>
              </a:ext>
            </a:extLst>
          </p:cNvPr>
          <p:cNvSpPr txBox="1"/>
          <p:nvPr/>
        </p:nvSpPr>
        <p:spPr>
          <a:xfrm>
            <a:off x="7779921" y="2967064"/>
            <a:ext cx="1225202" cy="253916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050" dirty="0"/>
              <a:t>STATUS MAQUINA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25B48E9-D34A-FE25-7322-0462664D3077}"/>
              </a:ext>
            </a:extLst>
          </p:cNvPr>
          <p:cNvSpPr/>
          <p:nvPr/>
        </p:nvSpPr>
        <p:spPr>
          <a:xfrm>
            <a:off x="7794161" y="3300300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4338C7DA-F73C-89B4-07F0-7497130416E6}"/>
              </a:ext>
            </a:extLst>
          </p:cNvPr>
          <p:cNvSpPr/>
          <p:nvPr/>
        </p:nvSpPr>
        <p:spPr>
          <a:xfrm>
            <a:off x="7794161" y="3299841"/>
            <a:ext cx="1124024" cy="20246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AD501E8-47D0-5DEB-2FBC-7E684005F2C0}"/>
              </a:ext>
            </a:extLst>
          </p:cNvPr>
          <p:cNvSpPr txBox="1"/>
          <p:nvPr/>
        </p:nvSpPr>
        <p:spPr>
          <a:xfrm>
            <a:off x="7833146" y="3291833"/>
            <a:ext cx="10941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</a:rPr>
              <a:t>PARADA - BANHEIRO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0364F1FB-323B-D023-7579-F6EFF32BE37E}"/>
              </a:ext>
            </a:extLst>
          </p:cNvPr>
          <p:cNvSpPr/>
          <p:nvPr/>
        </p:nvSpPr>
        <p:spPr>
          <a:xfrm>
            <a:off x="7794161" y="3560478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19BC6E32-67BB-FD90-A4B3-7C1E638A0F42}"/>
              </a:ext>
            </a:extLst>
          </p:cNvPr>
          <p:cNvSpPr/>
          <p:nvPr/>
        </p:nvSpPr>
        <p:spPr>
          <a:xfrm>
            <a:off x="7794161" y="3560019"/>
            <a:ext cx="1124024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CBFC5EED-7712-3041-472D-DCA5BF868854}"/>
              </a:ext>
            </a:extLst>
          </p:cNvPr>
          <p:cNvSpPr txBox="1"/>
          <p:nvPr/>
        </p:nvSpPr>
        <p:spPr>
          <a:xfrm>
            <a:off x="7864539" y="3536857"/>
            <a:ext cx="9926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</a:rPr>
              <a:t>OPERANDO</a:t>
            </a:r>
            <a:endParaRPr lang="pt-BR" sz="1000" b="1" dirty="0">
              <a:solidFill>
                <a:schemeClr val="bg1"/>
              </a:solidFill>
            </a:endParaRP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700D4A58-D4DB-8F6F-4C05-4410E25F45EB}"/>
              </a:ext>
            </a:extLst>
          </p:cNvPr>
          <p:cNvSpPr/>
          <p:nvPr/>
        </p:nvSpPr>
        <p:spPr>
          <a:xfrm>
            <a:off x="7803264" y="3833418"/>
            <a:ext cx="1138263" cy="202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8F32E2A7-8F23-5FEF-F9F2-2ABC27A900EB}"/>
              </a:ext>
            </a:extLst>
          </p:cNvPr>
          <p:cNvSpPr/>
          <p:nvPr/>
        </p:nvSpPr>
        <p:spPr>
          <a:xfrm>
            <a:off x="7803264" y="3832959"/>
            <a:ext cx="1124024" cy="20246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F421ED0F-D843-6903-8DC3-564AD73A5C8C}"/>
              </a:ext>
            </a:extLst>
          </p:cNvPr>
          <p:cNvSpPr txBox="1"/>
          <p:nvPr/>
        </p:nvSpPr>
        <p:spPr>
          <a:xfrm>
            <a:off x="7864539" y="3833982"/>
            <a:ext cx="9926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</a:rPr>
              <a:t>OPERANDO</a:t>
            </a:r>
            <a:endParaRPr lang="pt-BR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7252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263</Words>
  <Application>Microsoft Office PowerPoint</Application>
  <PresentationFormat>Widescreen</PresentationFormat>
  <Paragraphs>136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</vt:lpstr>
      <vt:lpstr>Apresentação do PowerPoint</vt:lpstr>
      <vt:lpstr>Tela de Login</vt:lpstr>
      <vt:lpstr>Tela Seleção de máquina</vt:lpstr>
      <vt:lpstr>Tela Apontamento</vt:lpstr>
      <vt:lpstr>Tela Apontamento</vt:lpstr>
      <vt:lpstr>PROPOSTA RELATORIOS</vt:lpstr>
      <vt:lpstr>PROPOSTA RELATORIOS</vt:lpstr>
      <vt:lpstr>PROPOSTA RELATORIOS</vt:lpstr>
      <vt:lpstr>PROPOSTA RELATORIOS – OEE (VIELI)</vt:lpstr>
      <vt:lpstr>PROPOSTA RELATORIOS – OEE (VIELI)</vt:lpstr>
      <vt:lpstr>PROPOSTA RELATORIOS – OEE (VIELI)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Custos</dc:creator>
  <cp:lastModifiedBy>Custos</cp:lastModifiedBy>
  <cp:revision>1</cp:revision>
  <cp:lastPrinted>2024-05-07T19:38:20Z</cp:lastPrinted>
  <dcterms:created xsi:type="dcterms:W3CDTF">2024-05-07T19:15:37Z</dcterms:created>
  <dcterms:modified xsi:type="dcterms:W3CDTF">2024-05-07T19:39:05Z</dcterms:modified>
</cp:coreProperties>
</file>